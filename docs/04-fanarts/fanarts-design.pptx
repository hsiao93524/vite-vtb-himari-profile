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7BB7CC-2DA7-4516-A402-98C6994EE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358083F-4D4E-4A10-9FC6-0092F58A8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641EEB-1E68-4320-9884-B3F9B969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572A95-E857-4903-A893-AFCCE43EB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E6DECB-5CBC-4170-A458-AC9CE8384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722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3E03E6-899B-4985-B725-D4D82C30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A2F361-9610-4EBA-98FA-0AE5A1CCF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0CBC50-E8C5-49F0-9E27-B84F5922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A11638-9F61-436A-8A87-BBEC16CE9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7CC3E4-43BE-4D2C-85C9-B826FC87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2227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D58C0-65AD-4AF2-B44F-EBAB9028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5515EEE-640F-4F2D-90B5-E5A85A437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84CBE7-6B82-4A7C-8D33-84D33B1B4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8B3BA9-A1FE-40AA-B71B-9303113E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1423EF-9C0A-47A9-B517-A4D8F1E9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152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D822F6-8213-4113-AF92-50E6AB65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C7518B-C18C-427A-8E9D-BD376A95F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357309-49AE-4E42-8B56-8D4EB59B7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12FB52-05CD-45A6-9DAB-87F300DE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F971E9-A888-4BAA-8676-1C6C8E8F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90C007C-D78C-47A1-BFA4-B374159F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298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25D05-88BF-400F-BB9B-D765AA68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F0FF09-57CD-4643-9940-E3D222F9F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55A093-751F-4182-8451-305B9561C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4E494C3-F5B4-4CD9-B3A7-FCEE6C010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183B4A1-818F-461F-8745-3FD6D4E47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AF1BD53-C4B3-425E-8450-EB868415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6E2A107-0E83-48AA-A923-FC7D687B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48687EB-F406-4EBC-9050-7BCB121E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314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A022DD-A6AC-48B5-8488-1C51D2BF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21D6FEE-2508-457D-9D17-EB226ACB7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CDB75D2-F30F-4308-BF7D-D35DFEBE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B433F8-D400-4965-928A-4891DF35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592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5F9AE7B-93D1-4607-AD8D-9B6A8CCD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A8CAD04-5E81-4243-836C-2747CBA2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B46014-F61D-4214-AB94-6CF76478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415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2CF2D6-88D1-48EB-BE50-2E869628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3B029D-06F7-4663-96AB-2C57BBDB7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766FF5-BFA6-4E3A-8572-EC123D443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422769-AF2F-4366-8D31-C7751155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71415F-B63E-4A71-86B0-D13E537E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1DBE46-7830-4682-97C9-90840190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25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BA4CEA-253C-41AA-8541-490709ED1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5B3FDC0-3A42-4B4C-83BF-13901813E9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EA7E76-68D3-499C-806C-ADA6F156D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9F330F-424F-4EFE-A478-0C9BCBCA8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9BD5C7-2FCA-4AF0-B214-D4D80B59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5EFD20-B6A0-4C0B-81F9-EF92C84A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8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C0AFE-C408-4120-960A-E0BB4F48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AEB7DF0-5E4F-4D27-8E84-4791F7510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3DA0C6-0125-4137-B79F-965E1EA82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F13F45-3816-46FF-B0AE-B8E6DD68D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43F850-919D-4D2F-A8A7-30C1D0EA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793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477CAE8-5BBF-4145-97B0-9EDBE2E29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E15FE7A-C7E4-4B07-8F45-09206E736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58C17C-A6A4-49AA-B7FA-1F3FC89C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0B0657-CE28-48FF-ABF8-FC2CC6E8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2C2B82-FB31-4340-BB4B-AECF4FB7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9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3270983-628C-4244-94B0-86F2A515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ED64F0-6EEB-40F8-9C24-353999145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FE10B1-08BA-49EE-A1E1-59C5F128D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CA18F-6BC1-4802-ACDA-D1B08AAC58DF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B27A62-9D82-4F2E-97B9-798047545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9A6F5B-6B32-41B7-8AED-69B15EBBD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E3AA6-4555-4BAB-830D-64DF3F5B3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433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5E4F90-87C9-40BA-853E-930F219F3024}"/>
              </a:ext>
            </a:extLst>
          </p:cNvPr>
          <p:cNvSpPr/>
          <p:nvPr/>
        </p:nvSpPr>
        <p:spPr>
          <a:xfrm>
            <a:off x="304800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5C2806-AD40-4B16-B177-13F92D9D539F}"/>
              </a:ext>
            </a:extLst>
          </p:cNvPr>
          <p:cNvSpPr/>
          <p:nvPr/>
        </p:nvSpPr>
        <p:spPr>
          <a:xfrm>
            <a:off x="2993136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0C2832-6744-45A5-833E-5DE63DE4EC47}"/>
              </a:ext>
            </a:extLst>
          </p:cNvPr>
          <p:cNvSpPr/>
          <p:nvPr/>
        </p:nvSpPr>
        <p:spPr>
          <a:xfrm>
            <a:off x="5681472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DCC961-19F1-4A0C-A8F8-FFC0B19CFB33}"/>
              </a:ext>
            </a:extLst>
          </p:cNvPr>
          <p:cNvSpPr/>
          <p:nvPr/>
        </p:nvSpPr>
        <p:spPr>
          <a:xfrm>
            <a:off x="8369808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6D6161-AFFC-4575-9CD3-4A71753BD960}"/>
              </a:ext>
            </a:extLst>
          </p:cNvPr>
          <p:cNvSpPr/>
          <p:nvPr/>
        </p:nvSpPr>
        <p:spPr>
          <a:xfrm>
            <a:off x="11058144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76BDFA-BA0A-4EB1-BD10-6D1F98968363}"/>
              </a:ext>
            </a:extLst>
          </p:cNvPr>
          <p:cNvSpPr/>
          <p:nvPr/>
        </p:nvSpPr>
        <p:spPr>
          <a:xfrm>
            <a:off x="-1590675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827F33-A8AA-4189-A51E-21E7DDC18D0E}"/>
              </a:ext>
            </a:extLst>
          </p:cNvPr>
          <p:cNvSpPr/>
          <p:nvPr/>
        </p:nvSpPr>
        <p:spPr>
          <a:xfrm>
            <a:off x="1097661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C3C3F5-B121-4536-B173-5143D6263F35}"/>
              </a:ext>
            </a:extLst>
          </p:cNvPr>
          <p:cNvSpPr/>
          <p:nvPr/>
        </p:nvSpPr>
        <p:spPr>
          <a:xfrm>
            <a:off x="3785997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4B1947-59AD-4142-BBC2-B50BCB969A07}"/>
              </a:ext>
            </a:extLst>
          </p:cNvPr>
          <p:cNvSpPr/>
          <p:nvPr/>
        </p:nvSpPr>
        <p:spPr>
          <a:xfrm>
            <a:off x="6474333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9CF706F-FD07-45C6-AC95-CAC73290DE45}"/>
              </a:ext>
            </a:extLst>
          </p:cNvPr>
          <p:cNvSpPr/>
          <p:nvPr/>
        </p:nvSpPr>
        <p:spPr>
          <a:xfrm>
            <a:off x="9162669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B2E74A-1D98-4115-AA30-71E5B09C9644}"/>
              </a:ext>
            </a:extLst>
          </p:cNvPr>
          <p:cNvSpPr/>
          <p:nvPr/>
        </p:nvSpPr>
        <p:spPr>
          <a:xfrm>
            <a:off x="-9213" y="0"/>
            <a:ext cx="17145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CB969C-5B60-4064-AADA-4BE599CE53DF}"/>
              </a:ext>
            </a:extLst>
          </p:cNvPr>
          <p:cNvSpPr/>
          <p:nvPr/>
        </p:nvSpPr>
        <p:spPr>
          <a:xfrm flipH="1">
            <a:off x="10478400" y="0"/>
            <a:ext cx="17136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動作按鈕: 往後或下一項 2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88263B-2819-45BC-A86B-07AEF0D30983}"/>
              </a:ext>
            </a:extLst>
          </p:cNvPr>
          <p:cNvSpPr/>
          <p:nvPr/>
        </p:nvSpPr>
        <p:spPr>
          <a:xfrm>
            <a:off x="11512677" y="1970532"/>
            <a:ext cx="579744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動作按鈕: 往後或下一項 2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686ECCE-E805-469D-99B3-65E2D7F23661}"/>
              </a:ext>
            </a:extLst>
          </p:cNvPr>
          <p:cNvSpPr/>
          <p:nvPr/>
        </p:nvSpPr>
        <p:spPr>
          <a:xfrm flipH="1">
            <a:off x="99723" y="1970532"/>
            <a:ext cx="579600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動作按鈕: 往後或下一項 3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B0D86D-D228-4DF2-953E-19AE5B2D7979}"/>
              </a:ext>
            </a:extLst>
          </p:cNvPr>
          <p:cNvSpPr/>
          <p:nvPr/>
        </p:nvSpPr>
        <p:spPr>
          <a:xfrm>
            <a:off x="11512677" y="3941064"/>
            <a:ext cx="579744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動作按鈕: 往後或下一項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1758DCE-A93D-41E3-911B-F2F5E28DEC57}"/>
              </a:ext>
            </a:extLst>
          </p:cNvPr>
          <p:cNvSpPr/>
          <p:nvPr/>
        </p:nvSpPr>
        <p:spPr>
          <a:xfrm flipH="1">
            <a:off x="99723" y="3941064"/>
            <a:ext cx="579600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74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5E4F90-87C9-40BA-853E-930F219F3024}"/>
              </a:ext>
            </a:extLst>
          </p:cNvPr>
          <p:cNvSpPr/>
          <p:nvPr/>
        </p:nvSpPr>
        <p:spPr>
          <a:xfrm>
            <a:off x="304800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5C2806-AD40-4B16-B177-13F92D9D539F}"/>
              </a:ext>
            </a:extLst>
          </p:cNvPr>
          <p:cNvSpPr/>
          <p:nvPr/>
        </p:nvSpPr>
        <p:spPr>
          <a:xfrm>
            <a:off x="2993136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0C2832-6744-45A5-833E-5DE63DE4EC47}"/>
              </a:ext>
            </a:extLst>
          </p:cNvPr>
          <p:cNvSpPr/>
          <p:nvPr/>
        </p:nvSpPr>
        <p:spPr>
          <a:xfrm>
            <a:off x="5681472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DCC961-19F1-4A0C-A8F8-FFC0B19CFB33}"/>
              </a:ext>
            </a:extLst>
          </p:cNvPr>
          <p:cNvSpPr/>
          <p:nvPr/>
        </p:nvSpPr>
        <p:spPr>
          <a:xfrm>
            <a:off x="8369808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6D6161-AFFC-4575-9CD3-4A71753BD960}"/>
              </a:ext>
            </a:extLst>
          </p:cNvPr>
          <p:cNvSpPr/>
          <p:nvPr/>
        </p:nvSpPr>
        <p:spPr>
          <a:xfrm>
            <a:off x="11058144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76BDFA-BA0A-4EB1-BD10-6D1F98968363}"/>
              </a:ext>
            </a:extLst>
          </p:cNvPr>
          <p:cNvSpPr/>
          <p:nvPr/>
        </p:nvSpPr>
        <p:spPr>
          <a:xfrm>
            <a:off x="-1590675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827F33-A8AA-4189-A51E-21E7DDC18D0E}"/>
              </a:ext>
            </a:extLst>
          </p:cNvPr>
          <p:cNvSpPr/>
          <p:nvPr/>
        </p:nvSpPr>
        <p:spPr>
          <a:xfrm>
            <a:off x="1097661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C3C3F5-B121-4536-B173-5143D6263F35}"/>
              </a:ext>
            </a:extLst>
          </p:cNvPr>
          <p:cNvSpPr/>
          <p:nvPr/>
        </p:nvSpPr>
        <p:spPr>
          <a:xfrm>
            <a:off x="3785997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4B1947-59AD-4142-BBC2-B50BCB969A07}"/>
              </a:ext>
            </a:extLst>
          </p:cNvPr>
          <p:cNvSpPr/>
          <p:nvPr/>
        </p:nvSpPr>
        <p:spPr>
          <a:xfrm>
            <a:off x="6474333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9CF706F-FD07-45C6-AC95-CAC73290DE45}"/>
              </a:ext>
            </a:extLst>
          </p:cNvPr>
          <p:cNvSpPr/>
          <p:nvPr/>
        </p:nvSpPr>
        <p:spPr>
          <a:xfrm>
            <a:off x="9162669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B2E74A-1D98-4115-AA30-71E5B09C9644}"/>
              </a:ext>
            </a:extLst>
          </p:cNvPr>
          <p:cNvSpPr/>
          <p:nvPr/>
        </p:nvSpPr>
        <p:spPr>
          <a:xfrm>
            <a:off x="-9213" y="0"/>
            <a:ext cx="17145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CB969C-5B60-4064-AADA-4BE599CE53DF}"/>
              </a:ext>
            </a:extLst>
          </p:cNvPr>
          <p:cNvSpPr/>
          <p:nvPr/>
        </p:nvSpPr>
        <p:spPr>
          <a:xfrm flipH="1">
            <a:off x="10478400" y="0"/>
            <a:ext cx="17136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動作按鈕: 往後或下一項 2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88263B-2819-45BC-A86B-07AEF0D30983}"/>
              </a:ext>
            </a:extLst>
          </p:cNvPr>
          <p:cNvSpPr/>
          <p:nvPr/>
        </p:nvSpPr>
        <p:spPr>
          <a:xfrm>
            <a:off x="11512677" y="1970532"/>
            <a:ext cx="579744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動作按鈕: 往後或下一項 2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686ECCE-E805-469D-99B3-65E2D7F23661}"/>
              </a:ext>
            </a:extLst>
          </p:cNvPr>
          <p:cNvSpPr/>
          <p:nvPr/>
        </p:nvSpPr>
        <p:spPr>
          <a:xfrm flipH="1">
            <a:off x="99723" y="1970532"/>
            <a:ext cx="579600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動作按鈕: 往後或下一項 3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B0D86D-D228-4DF2-953E-19AE5B2D7979}"/>
              </a:ext>
            </a:extLst>
          </p:cNvPr>
          <p:cNvSpPr/>
          <p:nvPr/>
        </p:nvSpPr>
        <p:spPr>
          <a:xfrm>
            <a:off x="11512677" y="3941064"/>
            <a:ext cx="579744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動作按鈕: 往後或下一項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1758DCE-A93D-41E3-911B-F2F5E28DEC57}"/>
              </a:ext>
            </a:extLst>
          </p:cNvPr>
          <p:cNvSpPr/>
          <p:nvPr/>
        </p:nvSpPr>
        <p:spPr>
          <a:xfrm flipH="1">
            <a:off x="99723" y="3941064"/>
            <a:ext cx="579600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BBE58E8-724C-45A2-B534-346AB20F7138}"/>
              </a:ext>
            </a:extLst>
          </p:cNvPr>
          <p:cNvSpPr txBox="1"/>
          <p:nvPr/>
        </p:nvSpPr>
        <p:spPr>
          <a:xfrm>
            <a:off x="1991476" y="947142"/>
            <a:ext cx="129527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dirty="0"/>
              <a:t>Gradient</a:t>
            </a:r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52FFBA-81ED-4B2A-B847-EF235231A818}"/>
              </a:ext>
            </a:extLst>
          </p:cNvPr>
          <p:cNvSpPr/>
          <p:nvPr/>
        </p:nvSpPr>
        <p:spPr>
          <a:xfrm>
            <a:off x="833120" y="139700"/>
            <a:ext cx="960490" cy="62484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ACB2EA-F78A-499A-AB17-11BFEC261D88}"/>
              </a:ext>
            </a:extLst>
          </p:cNvPr>
          <p:cNvSpPr/>
          <p:nvPr/>
        </p:nvSpPr>
        <p:spPr>
          <a:xfrm>
            <a:off x="53155" y="3627120"/>
            <a:ext cx="706178" cy="1691640"/>
          </a:xfrm>
          <a:prstGeom prst="rect">
            <a:avLst/>
          </a:prstGeom>
          <a:noFill/>
          <a:ln w="38100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3DE3499-A9E6-4CB2-A42F-C5ED6EE24A15}"/>
              </a:ext>
            </a:extLst>
          </p:cNvPr>
          <p:cNvSpPr txBox="1"/>
          <p:nvPr/>
        </p:nvSpPr>
        <p:spPr>
          <a:xfrm>
            <a:off x="2007171" y="5928916"/>
            <a:ext cx="2233359" cy="369332"/>
          </a:xfrm>
          <a:prstGeom prst="rect">
            <a:avLst/>
          </a:prstGeom>
          <a:ln>
            <a:solidFill>
              <a:srgbClr val="FF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dirty="0"/>
              <a:t>Over gradient area</a:t>
            </a:r>
            <a:endParaRPr lang="zh-TW" altLang="en-US" dirty="0"/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3979A4D7-DCD3-4FA6-9C16-251D2987ED1C}"/>
              </a:ext>
            </a:extLst>
          </p:cNvPr>
          <p:cNvCxnSpPr>
            <a:cxnSpLocks/>
            <a:stCxn id="28" idx="1"/>
            <a:endCxn id="22" idx="2"/>
          </p:cNvCxnSpPr>
          <p:nvPr/>
        </p:nvCxnSpPr>
        <p:spPr>
          <a:xfrm rot="10800000">
            <a:off x="406245" y="5318760"/>
            <a:ext cx="1600927" cy="794822"/>
          </a:xfrm>
          <a:prstGeom prst="bentConnector2">
            <a:avLst/>
          </a:prstGeom>
          <a:ln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0A745DC-C0CC-4CEA-9255-5F3B50307E42}"/>
              </a:ext>
            </a:extLst>
          </p:cNvPr>
          <p:cNvSpPr txBox="1"/>
          <p:nvPr/>
        </p:nvSpPr>
        <p:spPr>
          <a:xfrm>
            <a:off x="4840732" y="817864"/>
            <a:ext cx="3983609" cy="36933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dirty="0" err="1"/>
              <a:t>Grap</a:t>
            </a:r>
            <a:r>
              <a:rPr lang="en-US" altLang="ja-JP" dirty="0"/>
              <a:t> by tag “#</a:t>
            </a:r>
            <a:r>
              <a:rPr lang="ja-JP" altLang="en-US" dirty="0"/>
              <a:t>ひまり</a:t>
            </a:r>
            <a:r>
              <a:rPr lang="zh-TW" altLang="en-US" dirty="0"/>
              <a:t>色</a:t>
            </a:r>
            <a:r>
              <a:rPr lang="en-US" altLang="zh-TW" dirty="0"/>
              <a:t>” on twitter</a:t>
            </a:r>
            <a:endParaRPr lang="zh-TW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05CE63C-E80E-4D5F-BB13-8D94162DD32D}"/>
              </a:ext>
            </a:extLst>
          </p:cNvPr>
          <p:cNvSpPr/>
          <p:nvPr/>
        </p:nvSpPr>
        <p:spPr>
          <a:xfrm flipH="1">
            <a:off x="6337300" y="1708404"/>
            <a:ext cx="2555378" cy="1631696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4BBA69F1-869C-4602-A3B3-0D7EF805C7E9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rot="16200000" flipH="1">
            <a:off x="6963159" y="1056574"/>
            <a:ext cx="521208" cy="782452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97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5E4F90-87C9-40BA-853E-930F219F3024}"/>
              </a:ext>
            </a:extLst>
          </p:cNvPr>
          <p:cNvSpPr/>
          <p:nvPr/>
        </p:nvSpPr>
        <p:spPr>
          <a:xfrm>
            <a:off x="304800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5C2806-AD40-4B16-B177-13F92D9D539F}"/>
              </a:ext>
            </a:extLst>
          </p:cNvPr>
          <p:cNvSpPr/>
          <p:nvPr/>
        </p:nvSpPr>
        <p:spPr>
          <a:xfrm>
            <a:off x="2993136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0C2832-6744-45A5-833E-5DE63DE4EC47}"/>
              </a:ext>
            </a:extLst>
          </p:cNvPr>
          <p:cNvSpPr/>
          <p:nvPr/>
        </p:nvSpPr>
        <p:spPr>
          <a:xfrm>
            <a:off x="5681472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DCC961-19F1-4A0C-A8F8-FFC0B19CFB33}"/>
              </a:ext>
            </a:extLst>
          </p:cNvPr>
          <p:cNvSpPr/>
          <p:nvPr/>
        </p:nvSpPr>
        <p:spPr>
          <a:xfrm>
            <a:off x="8369808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6D6161-AFFC-4575-9CD3-4A71753BD960}"/>
              </a:ext>
            </a:extLst>
          </p:cNvPr>
          <p:cNvSpPr/>
          <p:nvPr/>
        </p:nvSpPr>
        <p:spPr>
          <a:xfrm>
            <a:off x="11058144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76BDFA-BA0A-4EB1-BD10-6D1F98968363}"/>
              </a:ext>
            </a:extLst>
          </p:cNvPr>
          <p:cNvSpPr/>
          <p:nvPr/>
        </p:nvSpPr>
        <p:spPr>
          <a:xfrm>
            <a:off x="-1590675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827F33-A8AA-4189-A51E-21E7DDC18D0E}"/>
              </a:ext>
            </a:extLst>
          </p:cNvPr>
          <p:cNvSpPr/>
          <p:nvPr/>
        </p:nvSpPr>
        <p:spPr>
          <a:xfrm>
            <a:off x="1097661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C3C3F5-B121-4536-B173-5143D6263F35}"/>
              </a:ext>
            </a:extLst>
          </p:cNvPr>
          <p:cNvSpPr/>
          <p:nvPr/>
        </p:nvSpPr>
        <p:spPr>
          <a:xfrm>
            <a:off x="3785997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4B1947-59AD-4142-BBC2-B50BCB969A07}"/>
              </a:ext>
            </a:extLst>
          </p:cNvPr>
          <p:cNvSpPr/>
          <p:nvPr/>
        </p:nvSpPr>
        <p:spPr>
          <a:xfrm>
            <a:off x="6474333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9CF706F-FD07-45C6-AC95-CAC73290DE45}"/>
              </a:ext>
            </a:extLst>
          </p:cNvPr>
          <p:cNvSpPr/>
          <p:nvPr/>
        </p:nvSpPr>
        <p:spPr>
          <a:xfrm>
            <a:off x="9162669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B2E74A-1D98-4115-AA30-71E5B09C9644}"/>
              </a:ext>
            </a:extLst>
          </p:cNvPr>
          <p:cNvSpPr/>
          <p:nvPr/>
        </p:nvSpPr>
        <p:spPr>
          <a:xfrm>
            <a:off x="-9213" y="0"/>
            <a:ext cx="17145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CB969C-5B60-4064-AADA-4BE599CE53DF}"/>
              </a:ext>
            </a:extLst>
          </p:cNvPr>
          <p:cNvSpPr/>
          <p:nvPr/>
        </p:nvSpPr>
        <p:spPr>
          <a:xfrm flipH="1">
            <a:off x="10478400" y="0"/>
            <a:ext cx="17136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動作按鈕: 往後或下一項 2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88263B-2819-45BC-A86B-07AEF0D30983}"/>
              </a:ext>
            </a:extLst>
          </p:cNvPr>
          <p:cNvSpPr/>
          <p:nvPr/>
        </p:nvSpPr>
        <p:spPr>
          <a:xfrm>
            <a:off x="11512677" y="1970532"/>
            <a:ext cx="579744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動作按鈕: 往後或下一項 2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686ECCE-E805-469D-99B3-65E2D7F23661}"/>
              </a:ext>
            </a:extLst>
          </p:cNvPr>
          <p:cNvSpPr/>
          <p:nvPr/>
        </p:nvSpPr>
        <p:spPr>
          <a:xfrm flipH="1">
            <a:off x="99723" y="1970532"/>
            <a:ext cx="579600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動作按鈕: 往後或下一項 3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B0D86D-D228-4DF2-953E-19AE5B2D7979}"/>
              </a:ext>
            </a:extLst>
          </p:cNvPr>
          <p:cNvSpPr/>
          <p:nvPr/>
        </p:nvSpPr>
        <p:spPr>
          <a:xfrm>
            <a:off x="11512677" y="3941064"/>
            <a:ext cx="579744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動作按鈕: 往後或下一項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1758DCE-A93D-41E3-911B-F2F5E28DEC57}"/>
              </a:ext>
            </a:extLst>
          </p:cNvPr>
          <p:cNvSpPr/>
          <p:nvPr/>
        </p:nvSpPr>
        <p:spPr>
          <a:xfrm flipH="1">
            <a:off x="99723" y="3941064"/>
            <a:ext cx="579600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0A98D0-DD85-4062-8950-BB43238FE90E}"/>
              </a:ext>
            </a:extLst>
          </p:cNvPr>
          <p:cNvSpPr/>
          <p:nvPr/>
        </p:nvSpPr>
        <p:spPr>
          <a:xfrm>
            <a:off x="2164080" y="526542"/>
            <a:ext cx="529139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Scroll left if hover in PC or push in mobile</a:t>
            </a:r>
            <a:endParaRPr lang="zh-TW" altLang="en-US" sz="2400" dirty="0"/>
          </a:p>
        </p:txBody>
      </p:sp>
      <p:cxnSp>
        <p:nvCxnSpPr>
          <p:cNvPr id="5" name="接點: 肘形 4">
            <a:extLst>
              <a:ext uri="{FF2B5EF4-FFF2-40B4-BE49-F238E27FC236}">
                <a16:creationId xmlns:a16="http://schemas.microsoft.com/office/drawing/2014/main" id="{0ECBC214-66BB-4B5B-8F68-B2CF836E679E}"/>
              </a:ext>
            </a:extLst>
          </p:cNvPr>
          <p:cNvCxnSpPr>
            <a:cxnSpLocks/>
            <a:stCxn id="2" idx="1"/>
            <a:endCxn id="30" idx="3"/>
          </p:cNvCxnSpPr>
          <p:nvPr/>
        </p:nvCxnSpPr>
        <p:spPr>
          <a:xfrm rot="10800000" flipV="1">
            <a:off x="389524" y="983742"/>
            <a:ext cx="1774557" cy="986790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7C784367-A621-4AB3-A471-926B9711243B}"/>
              </a:ext>
            </a:extLst>
          </p:cNvPr>
          <p:cNvCxnSpPr>
            <a:cxnSpLocks/>
            <a:stCxn id="2" idx="1"/>
            <a:endCxn id="32" idx="2"/>
          </p:cNvCxnSpPr>
          <p:nvPr/>
        </p:nvCxnSpPr>
        <p:spPr>
          <a:xfrm rot="10800000" flipV="1">
            <a:off x="679324" y="983742"/>
            <a:ext cx="1484757" cy="3478530"/>
          </a:xfrm>
          <a:prstGeom prst="bentConnector3">
            <a:avLst>
              <a:gd name="adj1" fmla="val 84899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4C2B5E6A-04E2-42FB-8321-868C4D649F0B}"/>
              </a:ext>
            </a:extLst>
          </p:cNvPr>
          <p:cNvSpPr/>
          <p:nvPr/>
        </p:nvSpPr>
        <p:spPr>
          <a:xfrm>
            <a:off x="3606800" y="5417058"/>
            <a:ext cx="58173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Scroll right if hover in PC or push in mobile</a:t>
            </a:r>
            <a:endParaRPr lang="zh-TW" altLang="en-US" sz="2400" dirty="0"/>
          </a:p>
        </p:txBody>
      </p:sp>
      <p:cxnSp>
        <p:nvCxnSpPr>
          <p:cNvPr id="37" name="接點: 肘形 36">
            <a:extLst>
              <a:ext uri="{FF2B5EF4-FFF2-40B4-BE49-F238E27FC236}">
                <a16:creationId xmlns:a16="http://schemas.microsoft.com/office/drawing/2014/main" id="{77E79AD2-9FEA-450E-8C54-C25DAA68D675}"/>
              </a:ext>
            </a:extLst>
          </p:cNvPr>
          <p:cNvCxnSpPr>
            <a:cxnSpLocks/>
            <a:stCxn id="35" idx="3"/>
            <a:endCxn id="29" idx="2"/>
          </p:cNvCxnSpPr>
          <p:nvPr/>
        </p:nvCxnSpPr>
        <p:spPr>
          <a:xfrm flipV="1">
            <a:off x="9424104" y="2491740"/>
            <a:ext cx="2088573" cy="3382518"/>
          </a:xfrm>
          <a:prstGeom prst="bentConnector3">
            <a:avLst>
              <a:gd name="adj1" fmla="val 77728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接點: 肘形 39">
            <a:extLst>
              <a:ext uri="{FF2B5EF4-FFF2-40B4-BE49-F238E27FC236}">
                <a16:creationId xmlns:a16="http://schemas.microsoft.com/office/drawing/2014/main" id="{7FF9AC4B-BDC8-46D5-AC44-F3AB84271D8B}"/>
              </a:ext>
            </a:extLst>
          </p:cNvPr>
          <p:cNvCxnSpPr>
            <a:cxnSpLocks/>
            <a:stCxn id="35" idx="3"/>
            <a:endCxn id="31" idx="1"/>
          </p:cNvCxnSpPr>
          <p:nvPr/>
        </p:nvCxnSpPr>
        <p:spPr>
          <a:xfrm flipV="1">
            <a:off x="9424104" y="4983480"/>
            <a:ext cx="2378445" cy="890778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EC52EE30-634B-4199-98C9-AAE9EAAE3653}"/>
              </a:ext>
            </a:extLst>
          </p:cNvPr>
          <p:cNvSpPr/>
          <p:nvPr/>
        </p:nvSpPr>
        <p:spPr>
          <a:xfrm>
            <a:off x="3029331" y="3085338"/>
            <a:ext cx="586428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If no hover or push will scroll left automatic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99115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5E4F90-87C9-40BA-853E-930F219F3024}"/>
              </a:ext>
            </a:extLst>
          </p:cNvPr>
          <p:cNvSpPr/>
          <p:nvPr/>
        </p:nvSpPr>
        <p:spPr>
          <a:xfrm>
            <a:off x="304800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5C2806-AD40-4B16-B177-13F92D9D539F}"/>
              </a:ext>
            </a:extLst>
          </p:cNvPr>
          <p:cNvSpPr/>
          <p:nvPr/>
        </p:nvSpPr>
        <p:spPr>
          <a:xfrm>
            <a:off x="2993136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0C2832-6744-45A5-833E-5DE63DE4EC47}"/>
              </a:ext>
            </a:extLst>
          </p:cNvPr>
          <p:cNvSpPr/>
          <p:nvPr/>
        </p:nvSpPr>
        <p:spPr>
          <a:xfrm>
            <a:off x="5681472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DCC961-19F1-4A0C-A8F8-FFC0B19CFB33}"/>
              </a:ext>
            </a:extLst>
          </p:cNvPr>
          <p:cNvSpPr/>
          <p:nvPr/>
        </p:nvSpPr>
        <p:spPr>
          <a:xfrm>
            <a:off x="8369808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6D6161-AFFC-4575-9CD3-4A71753BD960}"/>
              </a:ext>
            </a:extLst>
          </p:cNvPr>
          <p:cNvSpPr/>
          <p:nvPr/>
        </p:nvSpPr>
        <p:spPr>
          <a:xfrm>
            <a:off x="11058144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76BDFA-BA0A-4EB1-BD10-6D1F98968363}"/>
              </a:ext>
            </a:extLst>
          </p:cNvPr>
          <p:cNvSpPr/>
          <p:nvPr/>
        </p:nvSpPr>
        <p:spPr>
          <a:xfrm>
            <a:off x="-1590675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827F33-A8AA-4189-A51E-21E7DDC18D0E}"/>
              </a:ext>
            </a:extLst>
          </p:cNvPr>
          <p:cNvSpPr/>
          <p:nvPr/>
        </p:nvSpPr>
        <p:spPr>
          <a:xfrm>
            <a:off x="1097661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C3C3F5-B121-4536-B173-5143D6263F35}"/>
              </a:ext>
            </a:extLst>
          </p:cNvPr>
          <p:cNvSpPr/>
          <p:nvPr/>
        </p:nvSpPr>
        <p:spPr>
          <a:xfrm>
            <a:off x="3785997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4B1947-59AD-4142-BBC2-B50BCB969A07}"/>
              </a:ext>
            </a:extLst>
          </p:cNvPr>
          <p:cNvSpPr/>
          <p:nvPr/>
        </p:nvSpPr>
        <p:spPr>
          <a:xfrm>
            <a:off x="6474333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9CF706F-FD07-45C6-AC95-CAC73290DE45}"/>
              </a:ext>
            </a:extLst>
          </p:cNvPr>
          <p:cNvSpPr/>
          <p:nvPr/>
        </p:nvSpPr>
        <p:spPr>
          <a:xfrm>
            <a:off x="9162669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B2E74A-1D98-4115-AA30-71E5B09C9644}"/>
              </a:ext>
            </a:extLst>
          </p:cNvPr>
          <p:cNvSpPr/>
          <p:nvPr/>
        </p:nvSpPr>
        <p:spPr>
          <a:xfrm>
            <a:off x="-9213" y="0"/>
            <a:ext cx="17145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CB969C-5B60-4064-AADA-4BE599CE53DF}"/>
              </a:ext>
            </a:extLst>
          </p:cNvPr>
          <p:cNvSpPr/>
          <p:nvPr/>
        </p:nvSpPr>
        <p:spPr>
          <a:xfrm flipH="1">
            <a:off x="10478400" y="0"/>
            <a:ext cx="17136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動作按鈕: 往後或下一項 2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88263B-2819-45BC-A86B-07AEF0D30983}"/>
              </a:ext>
            </a:extLst>
          </p:cNvPr>
          <p:cNvSpPr/>
          <p:nvPr/>
        </p:nvSpPr>
        <p:spPr>
          <a:xfrm>
            <a:off x="11512677" y="1970532"/>
            <a:ext cx="579744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動作按鈕: 往後或下一項 2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686ECCE-E805-469D-99B3-65E2D7F23661}"/>
              </a:ext>
            </a:extLst>
          </p:cNvPr>
          <p:cNvSpPr/>
          <p:nvPr/>
        </p:nvSpPr>
        <p:spPr>
          <a:xfrm flipH="1">
            <a:off x="99723" y="1970532"/>
            <a:ext cx="579600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動作按鈕: 往後或下一項 3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B0D86D-D228-4DF2-953E-19AE5B2D7979}"/>
              </a:ext>
            </a:extLst>
          </p:cNvPr>
          <p:cNvSpPr/>
          <p:nvPr/>
        </p:nvSpPr>
        <p:spPr>
          <a:xfrm>
            <a:off x="11512677" y="3941064"/>
            <a:ext cx="579744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動作按鈕: 往後或下一項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1758DCE-A93D-41E3-911B-F2F5E28DEC57}"/>
              </a:ext>
            </a:extLst>
          </p:cNvPr>
          <p:cNvSpPr/>
          <p:nvPr/>
        </p:nvSpPr>
        <p:spPr>
          <a:xfrm flipH="1">
            <a:off x="99723" y="3941064"/>
            <a:ext cx="579600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E683FE-AF78-45B4-AFB6-79B7327DF320}"/>
              </a:ext>
            </a:extLst>
          </p:cNvPr>
          <p:cNvSpPr/>
          <p:nvPr/>
        </p:nvSpPr>
        <p:spPr>
          <a:xfrm>
            <a:off x="658690" y="318516"/>
            <a:ext cx="6524430" cy="13304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The amount of row could be set in </a:t>
            </a:r>
            <a:r>
              <a:rPr lang="en-US" altLang="zh-TW" sz="2400" dirty="0" err="1"/>
              <a:t>site.json</a:t>
            </a:r>
            <a:endParaRPr lang="en-US" altLang="zh-TW" sz="2400" dirty="0"/>
          </a:p>
          <a:p>
            <a:pPr algn="ctr"/>
            <a:r>
              <a:rPr lang="en-US" altLang="zh-TW" sz="2400" dirty="0"/>
              <a:t>“1” will show one row; “2” will show two row</a:t>
            </a:r>
          </a:p>
          <a:p>
            <a:pPr algn="ctr"/>
            <a:r>
              <a:rPr lang="en-US" altLang="zh-TW" sz="2400" dirty="0"/>
              <a:t>Odd row scroll left, even row scroll right</a:t>
            </a:r>
            <a:endParaRPr lang="zh-TW" altLang="en-US" sz="2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B32E63-C602-4C11-A8FD-543E75BFF32A}"/>
              </a:ext>
            </a:extLst>
          </p:cNvPr>
          <p:cNvSpPr/>
          <p:nvPr/>
        </p:nvSpPr>
        <p:spPr>
          <a:xfrm>
            <a:off x="5107593" y="5628640"/>
            <a:ext cx="6524430" cy="581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So if 2 row be set…</a:t>
            </a:r>
            <a:r>
              <a:rPr lang="zh-TW" altLang="en-US" sz="2400" dirty="0"/>
              <a:t> </a:t>
            </a:r>
            <a:r>
              <a:rPr lang="en-US" altLang="zh-TW" sz="2400" dirty="0"/>
              <a:t>(</a:t>
            </a:r>
            <a:r>
              <a:rPr lang="en-US" altLang="zh-TW" sz="2400" dirty="0" err="1"/>
              <a:t>goto</a:t>
            </a:r>
            <a:r>
              <a:rPr lang="zh-TW" altLang="en-US" sz="2400" dirty="0"/>
              <a:t> </a:t>
            </a:r>
            <a:r>
              <a:rPr lang="en-US" altLang="zh-TW" sz="2400" dirty="0"/>
              <a:t>next</a:t>
            </a:r>
            <a:r>
              <a:rPr lang="zh-TW" altLang="en-US" sz="2400" dirty="0"/>
              <a:t> </a:t>
            </a:r>
            <a:r>
              <a:rPr lang="en-US" altLang="zh-TW" sz="2400" dirty="0"/>
              <a:t>slide)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9244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5E4F90-87C9-40BA-853E-930F219F3024}"/>
              </a:ext>
            </a:extLst>
          </p:cNvPr>
          <p:cNvSpPr/>
          <p:nvPr/>
        </p:nvSpPr>
        <p:spPr>
          <a:xfrm>
            <a:off x="304800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5C2806-AD40-4B16-B177-13F92D9D539F}"/>
              </a:ext>
            </a:extLst>
          </p:cNvPr>
          <p:cNvSpPr/>
          <p:nvPr/>
        </p:nvSpPr>
        <p:spPr>
          <a:xfrm>
            <a:off x="2993136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0C2832-6744-45A5-833E-5DE63DE4EC47}"/>
              </a:ext>
            </a:extLst>
          </p:cNvPr>
          <p:cNvSpPr/>
          <p:nvPr/>
        </p:nvSpPr>
        <p:spPr>
          <a:xfrm>
            <a:off x="5681472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DCC961-19F1-4A0C-A8F8-FFC0B19CFB33}"/>
              </a:ext>
            </a:extLst>
          </p:cNvPr>
          <p:cNvSpPr/>
          <p:nvPr/>
        </p:nvSpPr>
        <p:spPr>
          <a:xfrm>
            <a:off x="8369808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6D6161-AFFC-4575-9CD3-4A71753BD960}"/>
              </a:ext>
            </a:extLst>
          </p:cNvPr>
          <p:cNvSpPr/>
          <p:nvPr/>
        </p:nvSpPr>
        <p:spPr>
          <a:xfrm>
            <a:off x="11058144" y="37962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76BDFA-BA0A-4EB1-BD10-6D1F98968363}"/>
              </a:ext>
            </a:extLst>
          </p:cNvPr>
          <p:cNvSpPr/>
          <p:nvPr/>
        </p:nvSpPr>
        <p:spPr>
          <a:xfrm>
            <a:off x="-1590675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827F33-A8AA-4189-A51E-21E7DDC18D0E}"/>
              </a:ext>
            </a:extLst>
          </p:cNvPr>
          <p:cNvSpPr/>
          <p:nvPr/>
        </p:nvSpPr>
        <p:spPr>
          <a:xfrm>
            <a:off x="1097661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C3C3F5-B121-4536-B173-5143D6263F35}"/>
              </a:ext>
            </a:extLst>
          </p:cNvPr>
          <p:cNvSpPr/>
          <p:nvPr/>
        </p:nvSpPr>
        <p:spPr>
          <a:xfrm>
            <a:off x="3785997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4B1947-59AD-4142-BBC2-B50BCB969A07}"/>
              </a:ext>
            </a:extLst>
          </p:cNvPr>
          <p:cNvSpPr/>
          <p:nvPr/>
        </p:nvSpPr>
        <p:spPr>
          <a:xfrm>
            <a:off x="6474333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9CF706F-FD07-45C6-AC95-CAC73290DE45}"/>
              </a:ext>
            </a:extLst>
          </p:cNvPr>
          <p:cNvSpPr/>
          <p:nvPr/>
        </p:nvSpPr>
        <p:spPr>
          <a:xfrm>
            <a:off x="9162669" y="1815084"/>
            <a:ext cx="2350008" cy="135331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fanart</a:t>
            </a:r>
            <a:endParaRPr lang="zh-TW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B2E74A-1D98-4115-AA30-71E5B09C9644}"/>
              </a:ext>
            </a:extLst>
          </p:cNvPr>
          <p:cNvSpPr/>
          <p:nvPr/>
        </p:nvSpPr>
        <p:spPr>
          <a:xfrm>
            <a:off x="-9213" y="0"/>
            <a:ext cx="17145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CB969C-5B60-4064-AADA-4BE599CE53DF}"/>
              </a:ext>
            </a:extLst>
          </p:cNvPr>
          <p:cNvSpPr/>
          <p:nvPr/>
        </p:nvSpPr>
        <p:spPr>
          <a:xfrm flipH="1">
            <a:off x="10478400" y="0"/>
            <a:ext cx="17136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動作按鈕: 往後或下一項 2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88263B-2819-45BC-A86B-07AEF0D30983}"/>
              </a:ext>
            </a:extLst>
          </p:cNvPr>
          <p:cNvSpPr/>
          <p:nvPr/>
        </p:nvSpPr>
        <p:spPr>
          <a:xfrm>
            <a:off x="11512677" y="1970532"/>
            <a:ext cx="579744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動作按鈕: 往後或下一項 2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686ECCE-E805-469D-99B3-65E2D7F23661}"/>
              </a:ext>
            </a:extLst>
          </p:cNvPr>
          <p:cNvSpPr/>
          <p:nvPr/>
        </p:nvSpPr>
        <p:spPr>
          <a:xfrm flipH="1">
            <a:off x="99723" y="1970532"/>
            <a:ext cx="579600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動作按鈕: 往後或下一項 3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B0D86D-D228-4DF2-953E-19AE5B2D7979}"/>
              </a:ext>
            </a:extLst>
          </p:cNvPr>
          <p:cNvSpPr/>
          <p:nvPr/>
        </p:nvSpPr>
        <p:spPr>
          <a:xfrm>
            <a:off x="11512677" y="3941064"/>
            <a:ext cx="579744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動作按鈕: 往後或下一項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1758DCE-A93D-41E3-911B-F2F5E28DEC57}"/>
              </a:ext>
            </a:extLst>
          </p:cNvPr>
          <p:cNvSpPr/>
          <p:nvPr/>
        </p:nvSpPr>
        <p:spPr>
          <a:xfrm flipH="1">
            <a:off x="99723" y="3941064"/>
            <a:ext cx="579600" cy="1042416"/>
          </a:xfrm>
          <a:prstGeom prst="actionButtonForwardNex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E9B56B-FBF1-4318-9872-9DB3314FBDE2}"/>
              </a:ext>
            </a:extLst>
          </p:cNvPr>
          <p:cNvSpPr/>
          <p:nvPr/>
        </p:nvSpPr>
        <p:spPr>
          <a:xfrm>
            <a:off x="1877638" y="526542"/>
            <a:ext cx="586428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If no hover or push will scroll left automatic</a:t>
            </a:r>
            <a:endParaRPr lang="zh-TW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26832D-8963-4937-84C4-1FA052B1FD49}"/>
              </a:ext>
            </a:extLst>
          </p:cNvPr>
          <p:cNvSpPr/>
          <p:nvPr/>
        </p:nvSpPr>
        <p:spPr>
          <a:xfrm>
            <a:off x="833120" y="1625600"/>
            <a:ext cx="10579978" cy="169164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3CAE7F7-C57C-4B05-9992-92FA559B38CA}"/>
              </a:ext>
            </a:extLst>
          </p:cNvPr>
          <p:cNvSpPr/>
          <p:nvPr/>
        </p:nvSpPr>
        <p:spPr>
          <a:xfrm>
            <a:off x="833120" y="3627120"/>
            <a:ext cx="10579978" cy="1691640"/>
          </a:xfrm>
          <a:prstGeom prst="rect">
            <a:avLst/>
          </a:prstGeom>
          <a:noFill/>
          <a:ln w="38100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B37909-B48D-43CC-9B45-C801B1A6869A}"/>
              </a:ext>
            </a:extLst>
          </p:cNvPr>
          <p:cNvSpPr/>
          <p:nvPr/>
        </p:nvSpPr>
        <p:spPr>
          <a:xfrm>
            <a:off x="3606800" y="5417058"/>
            <a:ext cx="5817304" cy="914400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If no hover or push will scroll right automatic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28328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159</Words>
  <Application>Microsoft Office PowerPoint</Application>
  <PresentationFormat>寬螢幕</PresentationFormat>
  <Paragraphs>62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MING CHI HSIAO</dc:creator>
  <cp:lastModifiedBy>MING CHI HSIAO</cp:lastModifiedBy>
  <cp:revision>6</cp:revision>
  <dcterms:created xsi:type="dcterms:W3CDTF">2026-08-15T07:20:31Z</dcterms:created>
  <dcterms:modified xsi:type="dcterms:W3CDTF">2026-08-15T15:49:52Z</dcterms:modified>
</cp:coreProperties>
</file>
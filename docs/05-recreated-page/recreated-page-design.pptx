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57" r:id="rId6"/>
    <p:sldId id="258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5F5F"/>
    <a:srgbClr val="C9A2E6"/>
    <a:srgbClr val="6A1AA6"/>
    <a:srgbClr val="E6A2A2"/>
    <a:srgbClr val="A61A1A"/>
    <a:srgbClr val="DFA9A9"/>
    <a:srgbClr val="D78787"/>
    <a:srgbClr val="D99B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358B34-3940-4D4A-B71C-772FF0A78D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3E8CC87-0160-42CD-AE06-8E065437D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93421AF-0B62-4ABF-ABD2-A8E748F6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FC9616-F269-48DA-A2D8-048A07269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A9E9E8-AD53-4AD0-8F90-064F66769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2006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500942-DC28-4146-ABC2-95E92B16C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B6C056-9FF6-468B-B9BC-3630212209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C2D5C0C-E57A-42D6-81E3-285365757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DA66BF2-1852-4CC1-98D4-929806AF9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F6A2CFF-7547-4640-9849-1B46A8AA1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003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E9350F-08EA-4A41-A0D9-3922590D6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AA9234-C3BB-47CD-9340-726660EB84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321E65-400E-47CB-A206-40BA2D7D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D6E44B-69AD-4999-B3DF-3F189DE79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847EA3-207F-4BA1-A793-1F871087F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8959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400669-8C5C-459A-9687-4F7805495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392133-AA01-4290-ACBC-ABAD40448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95E5DF-3075-4D7F-B8ED-B6F350416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C0A64D0-99CB-46C4-A624-757608A3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E10299E-8A2C-4F46-BC9A-654501E71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FE6BC77-9111-4999-BD51-18A833892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2921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41531-3258-41DC-987E-F2998C7E9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C49C34A-69F8-43AC-B055-AEF5CA62C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DD139F8-31EC-45AC-90C3-FFDD2DE93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EA3A179-5252-4B2F-A623-FA936B08D4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657904E-3465-44BB-AB5C-2F80C24851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44D05F7-5B7F-4F94-9F45-DB29F0352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A73975B-3D30-4919-9322-B5E6C1055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7CB84CD-2C6C-4122-BF0D-BC3D3555B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5069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4CB9C-DE0E-431B-9489-C4E5B0432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FE75C3B2-B578-4971-A86B-C7CFD84CA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5F8D977-0EFB-4207-8C38-8B17CAF2B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B42E7D0-D42F-497C-9253-6FCE20B7A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1796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F07B9D2-0DCD-4B1E-8F4D-5CE640945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69025B1-8C15-45AE-BA09-E3D0A177D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8FD746-5611-4837-8A44-B9AB93A28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4240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877D3D-F718-44E9-AC64-6DA2DC07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E520AE-3392-4BC5-A475-2094B462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5EA2BA7-79F1-4175-A951-2EA984E918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A62F85-65D8-4C4B-B818-531E10F2F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CA6AF88-7FF4-442A-A872-7B175CE07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CDFC973-828E-4D54-89F5-ABA9BCE36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943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184750-7040-4582-8D72-90F53577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785349F-46BB-4E5F-98FA-1E4D89E3C2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DB759E6-121A-4D15-AA15-3EAC8B3194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4AEB9FC-5DAC-4A14-B775-4713C487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267FC6-2601-450C-A432-4A3F1FAFB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3E182AA-0276-4F66-90BC-226EDDA9F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4898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ACC651-9D4A-450A-AD22-8EA13B1A6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4F97B8-5998-4311-9B87-ABF446747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230F6AF-FF76-4CAB-BC8D-7E951D672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BC96299-A6DC-4ACB-B294-B3046CDD9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FE17EBA-C8B3-4BDE-9A1B-92A87051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836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F3B80B1D-564C-4EFF-93F3-A1CE42A4A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185C964-DDB2-433F-97D6-8D4408992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F6A5E0-C96E-4695-96D7-99C183DD6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06F5FD-0A96-486B-9DF9-823559011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2B8EE4-86C1-4899-9B02-64CF9EC1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123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75371F1-4C0E-4885-8609-84088238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305A939-D1B0-439F-A1C2-F6AAA26B5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E5941-C3D5-4DF2-8433-9E8192004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D4695-AB13-45F4-9B13-6503074523C8}" type="datetimeFigureOut">
              <a:rPr lang="zh-TW" altLang="en-US" smtClean="0"/>
              <a:t>26/08/15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207546-8D18-4349-9CC5-B748E14E7F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F6547D-665A-4B80-8160-3F6732202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D2A48D-3F5C-4AC5-8F36-E0C5E3D1193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32712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0871C1D0-04D9-4E3E-B225-0EBA274F206E}"/>
              </a:ext>
            </a:extLst>
          </p:cNvPr>
          <p:cNvGrpSpPr/>
          <p:nvPr/>
        </p:nvGrpSpPr>
        <p:grpSpPr>
          <a:xfrm>
            <a:off x="1110916" y="2241884"/>
            <a:ext cx="9970168" cy="2374232"/>
            <a:chOff x="1185561" y="2241884"/>
            <a:chExt cx="9970168" cy="237423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3B276D4-09DB-4B4E-88FA-3C05B802CEAE}"/>
                </a:ext>
              </a:extLst>
            </p:cNvPr>
            <p:cNvSpPr/>
            <p:nvPr/>
          </p:nvSpPr>
          <p:spPr>
            <a:xfrm>
              <a:off x="1185561" y="2241884"/>
              <a:ext cx="9970168" cy="23742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5314F071-D648-4A9E-B813-3368BD0CCD0D}"/>
                </a:ext>
              </a:extLst>
            </p:cNvPr>
            <p:cNvGrpSpPr/>
            <p:nvPr/>
          </p:nvGrpSpPr>
          <p:grpSpPr>
            <a:xfrm>
              <a:off x="1337961" y="2548689"/>
              <a:ext cx="2870718" cy="1760621"/>
              <a:chOff x="1263316" y="1207168"/>
              <a:chExt cx="2870718" cy="1760621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9CA07E7-E3E2-4843-8A37-5788BCBC6319}"/>
                  </a:ext>
                </a:extLst>
              </p:cNvPr>
              <p:cNvSpPr/>
              <p:nvPr/>
            </p:nvSpPr>
            <p:spPr>
              <a:xfrm>
                <a:off x="126331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E6A2A2"/>
                  </a:gs>
                  <a:gs pos="50000">
                    <a:srgbClr val="A61A1A"/>
                  </a:gs>
                  <a:gs pos="100000">
                    <a:srgbClr val="FF000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C141458-730A-4A55-A3AB-B6B3F5A9FBA0}"/>
                  </a:ext>
                </a:extLst>
              </p:cNvPr>
              <p:cNvSpPr/>
              <p:nvPr/>
            </p:nvSpPr>
            <p:spPr>
              <a:xfrm>
                <a:off x="1483567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9CBEA5DB-D037-445F-A686-76E58FAF0129}"/>
                  </a:ext>
                </a:extLst>
              </p:cNvPr>
              <p:cNvSpPr/>
              <p:nvPr/>
            </p:nvSpPr>
            <p:spPr>
              <a:xfrm>
                <a:off x="2338300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YouTube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129E8A5-7C1D-4C27-858B-7EBE627AA924}"/>
                </a:ext>
              </a:extLst>
            </p:cNvPr>
            <p:cNvGrpSpPr/>
            <p:nvPr/>
          </p:nvGrpSpPr>
          <p:grpSpPr>
            <a:xfrm>
              <a:off x="4735286" y="2548689"/>
              <a:ext cx="2870718" cy="1760621"/>
              <a:chOff x="4808949" y="1207168"/>
              <a:chExt cx="2870718" cy="1760621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26C1537-70D0-4676-A0DB-9F632FE8A3B2}"/>
                  </a:ext>
                </a:extLst>
              </p:cNvPr>
              <p:cNvSpPr/>
              <p:nvPr/>
            </p:nvSpPr>
            <p:spPr>
              <a:xfrm>
                <a:off x="4808949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C9A2E6"/>
                  </a:gs>
                  <a:gs pos="50000">
                    <a:srgbClr val="6A1AA6"/>
                  </a:gs>
                  <a:gs pos="100000">
                    <a:srgbClr val="7030A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BB952F6-C2F7-4593-8281-66E003333772}"/>
                  </a:ext>
                </a:extLst>
              </p:cNvPr>
              <p:cNvSpPr/>
              <p:nvPr/>
            </p:nvSpPr>
            <p:spPr>
              <a:xfrm>
                <a:off x="5029200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CDDF609-DB57-4755-A2F5-E2E710580E7D}"/>
                  </a:ext>
                </a:extLst>
              </p:cNvPr>
              <p:cNvSpPr/>
              <p:nvPr/>
            </p:nvSpPr>
            <p:spPr>
              <a:xfrm>
                <a:off x="5883933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Twitch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2EE593FB-FDDC-4436-BAA7-11BAA4B50E7C}"/>
                </a:ext>
              </a:extLst>
            </p:cNvPr>
            <p:cNvGrpSpPr/>
            <p:nvPr/>
          </p:nvGrpSpPr>
          <p:grpSpPr>
            <a:xfrm>
              <a:off x="8132611" y="2548689"/>
              <a:ext cx="2870718" cy="1760621"/>
              <a:chOff x="8057966" y="1207168"/>
              <a:chExt cx="2870718" cy="176062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F63EA5-B99B-4D3E-BB83-E178A6A52DAC}"/>
                  </a:ext>
                </a:extLst>
              </p:cNvPr>
              <p:cNvSpPr/>
              <p:nvPr/>
            </p:nvSpPr>
            <p:spPr>
              <a:xfrm>
                <a:off x="805796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tx1"/>
                  </a:gs>
                  <a:gs pos="100000">
                    <a:srgbClr val="5F5F5F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90876EB-487B-4D8B-8046-36C1DAA5D053}"/>
                  </a:ext>
                </a:extLst>
              </p:cNvPr>
              <p:cNvSpPr/>
              <p:nvPr/>
            </p:nvSpPr>
            <p:spPr>
              <a:xfrm>
                <a:off x="8280345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A5E77B7-5FC2-45B2-A626-27657DD35B1F}"/>
                  </a:ext>
                </a:extLst>
              </p:cNvPr>
              <p:cNvSpPr/>
              <p:nvPr/>
            </p:nvSpPr>
            <p:spPr>
              <a:xfrm>
                <a:off x="9137206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X / Twitter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85690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0871C1D0-04D9-4E3E-B225-0EBA274F206E}"/>
              </a:ext>
            </a:extLst>
          </p:cNvPr>
          <p:cNvGrpSpPr/>
          <p:nvPr/>
        </p:nvGrpSpPr>
        <p:grpSpPr>
          <a:xfrm>
            <a:off x="1110916" y="2241884"/>
            <a:ext cx="9970168" cy="2374232"/>
            <a:chOff x="1185561" y="2241884"/>
            <a:chExt cx="9970168" cy="237423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3B276D4-09DB-4B4E-88FA-3C05B802CEAE}"/>
                </a:ext>
              </a:extLst>
            </p:cNvPr>
            <p:cNvSpPr/>
            <p:nvPr/>
          </p:nvSpPr>
          <p:spPr>
            <a:xfrm>
              <a:off x="1185561" y="2241884"/>
              <a:ext cx="9970168" cy="23742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5314F071-D648-4A9E-B813-3368BD0CCD0D}"/>
                </a:ext>
              </a:extLst>
            </p:cNvPr>
            <p:cNvGrpSpPr/>
            <p:nvPr/>
          </p:nvGrpSpPr>
          <p:grpSpPr>
            <a:xfrm>
              <a:off x="1337961" y="2548689"/>
              <a:ext cx="2870718" cy="1760621"/>
              <a:chOff x="1263316" y="1207168"/>
              <a:chExt cx="2870718" cy="1760621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9CA07E7-E3E2-4843-8A37-5788BCBC6319}"/>
                  </a:ext>
                </a:extLst>
              </p:cNvPr>
              <p:cNvSpPr/>
              <p:nvPr/>
            </p:nvSpPr>
            <p:spPr>
              <a:xfrm>
                <a:off x="126331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E6A2A2"/>
                  </a:gs>
                  <a:gs pos="50000">
                    <a:srgbClr val="A61A1A"/>
                  </a:gs>
                  <a:gs pos="100000">
                    <a:srgbClr val="FF000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C141458-730A-4A55-A3AB-B6B3F5A9FBA0}"/>
                  </a:ext>
                </a:extLst>
              </p:cNvPr>
              <p:cNvSpPr/>
              <p:nvPr/>
            </p:nvSpPr>
            <p:spPr>
              <a:xfrm>
                <a:off x="1483567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9CBEA5DB-D037-445F-A686-76E58FAF0129}"/>
                  </a:ext>
                </a:extLst>
              </p:cNvPr>
              <p:cNvSpPr/>
              <p:nvPr/>
            </p:nvSpPr>
            <p:spPr>
              <a:xfrm>
                <a:off x="2338300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YouTube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129E8A5-7C1D-4C27-858B-7EBE627AA924}"/>
                </a:ext>
              </a:extLst>
            </p:cNvPr>
            <p:cNvGrpSpPr/>
            <p:nvPr/>
          </p:nvGrpSpPr>
          <p:grpSpPr>
            <a:xfrm>
              <a:off x="4735286" y="2548689"/>
              <a:ext cx="2870718" cy="1760621"/>
              <a:chOff x="4808949" y="1207168"/>
              <a:chExt cx="2870718" cy="1760621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26C1537-70D0-4676-A0DB-9F632FE8A3B2}"/>
                  </a:ext>
                </a:extLst>
              </p:cNvPr>
              <p:cNvSpPr/>
              <p:nvPr/>
            </p:nvSpPr>
            <p:spPr>
              <a:xfrm>
                <a:off x="4808949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C9A2E6"/>
                  </a:gs>
                  <a:gs pos="50000">
                    <a:srgbClr val="6A1AA6"/>
                  </a:gs>
                  <a:gs pos="100000">
                    <a:srgbClr val="7030A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BB952F6-C2F7-4593-8281-66E003333772}"/>
                  </a:ext>
                </a:extLst>
              </p:cNvPr>
              <p:cNvSpPr/>
              <p:nvPr/>
            </p:nvSpPr>
            <p:spPr>
              <a:xfrm>
                <a:off x="5029200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CDDF609-DB57-4755-A2F5-E2E710580E7D}"/>
                  </a:ext>
                </a:extLst>
              </p:cNvPr>
              <p:cNvSpPr/>
              <p:nvPr/>
            </p:nvSpPr>
            <p:spPr>
              <a:xfrm>
                <a:off x="5883933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Twitch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2EE593FB-FDDC-4436-BAA7-11BAA4B50E7C}"/>
                </a:ext>
              </a:extLst>
            </p:cNvPr>
            <p:cNvGrpSpPr/>
            <p:nvPr/>
          </p:nvGrpSpPr>
          <p:grpSpPr>
            <a:xfrm>
              <a:off x="8132611" y="2548689"/>
              <a:ext cx="2870718" cy="1760621"/>
              <a:chOff x="8057966" y="1207168"/>
              <a:chExt cx="2870718" cy="176062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F63EA5-B99B-4D3E-BB83-E178A6A52DAC}"/>
                  </a:ext>
                </a:extLst>
              </p:cNvPr>
              <p:cNvSpPr/>
              <p:nvPr/>
            </p:nvSpPr>
            <p:spPr>
              <a:xfrm>
                <a:off x="805796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tx1"/>
                  </a:gs>
                  <a:gs pos="100000">
                    <a:srgbClr val="5F5F5F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90876EB-487B-4D8B-8046-36C1DAA5D053}"/>
                  </a:ext>
                </a:extLst>
              </p:cNvPr>
              <p:cNvSpPr/>
              <p:nvPr/>
            </p:nvSpPr>
            <p:spPr>
              <a:xfrm>
                <a:off x="8280345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A5E77B7-5FC2-45B2-A626-27657DD35B1F}"/>
                  </a:ext>
                </a:extLst>
              </p:cNvPr>
              <p:cNvSpPr/>
              <p:nvPr/>
            </p:nvSpPr>
            <p:spPr>
              <a:xfrm>
                <a:off x="9137206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X / Twitter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DB256DDB-8FAA-4F9F-BB8F-DF2732CDF7D4}"/>
              </a:ext>
            </a:extLst>
          </p:cNvPr>
          <p:cNvGrpSpPr/>
          <p:nvPr/>
        </p:nvGrpSpPr>
        <p:grpSpPr>
          <a:xfrm>
            <a:off x="3062908" y="3428999"/>
            <a:ext cx="2029957" cy="749410"/>
            <a:chOff x="5988826" y="1446688"/>
            <a:chExt cx="2029957" cy="749410"/>
          </a:xfrm>
        </p:grpSpPr>
        <p:sp>
          <p:nvSpPr>
            <p:cNvPr id="46" name="箭號: 向左 45">
              <a:extLst>
                <a:ext uri="{FF2B5EF4-FFF2-40B4-BE49-F238E27FC236}">
                  <a16:creationId xmlns:a16="http://schemas.microsoft.com/office/drawing/2014/main" id="{BBD68FB9-8B0D-4CEF-B474-2AC6BA4E193E}"/>
                </a:ext>
              </a:extLst>
            </p:cNvPr>
            <p:cNvSpPr/>
            <p:nvPr/>
          </p:nvSpPr>
          <p:spPr>
            <a:xfrm rot="3970777">
              <a:off x="5900414" y="1934135"/>
              <a:ext cx="350375" cy="173551"/>
            </a:xfrm>
            <a:prstGeom prst="leftArrow">
              <a:avLst>
                <a:gd name="adj1" fmla="val 17593"/>
                <a:gd name="adj2" fmla="val 12473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語音泡泡: 矩形 47">
              <a:extLst>
                <a:ext uri="{FF2B5EF4-FFF2-40B4-BE49-F238E27FC236}">
                  <a16:creationId xmlns:a16="http://schemas.microsoft.com/office/drawing/2014/main" id="{B1603083-D9C3-4D86-A9B7-D6670E2319CB}"/>
                </a:ext>
              </a:extLst>
            </p:cNvPr>
            <p:cNvSpPr/>
            <p:nvPr/>
          </p:nvSpPr>
          <p:spPr>
            <a:xfrm>
              <a:off x="6759230" y="1446688"/>
              <a:ext cx="1259553" cy="587904"/>
            </a:xfrm>
            <a:prstGeom prst="wedgeRectCallout">
              <a:avLst>
                <a:gd name="adj1" fmla="val -93430"/>
                <a:gd name="adj2" fmla="val 29446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Click!</a:t>
              </a:r>
              <a:endParaRPr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2547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0871C1D0-04D9-4E3E-B225-0EBA274F206E}"/>
              </a:ext>
            </a:extLst>
          </p:cNvPr>
          <p:cNvGrpSpPr/>
          <p:nvPr/>
        </p:nvGrpSpPr>
        <p:grpSpPr>
          <a:xfrm>
            <a:off x="1110916" y="2241884"/>
            <a:ext cx="9970168" cy="2374232"/>
            <a:chOff x="1185561" y="2241884"/>
            <a:chExt cx="9970168" cy="237423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3B276D4-09DB-4B4E-88FA-3C05B802CEAE}"/>
                </a:ext>
              </a:extLst>
            </p:cNvPr>
            <p:cNvSpPr/>
            <p:nvPr/>
          </p:nvSpPr>
          <p:spPr>
            <a:xfrm>
              <a:off x="1185561" y="2241884"/>
              <a:ext cx="9970168" cy="23742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5314F071-D648-4A9E-B813-3368BD0CCD0D}"/>
                </a:ext>
              </a:extLst>
            </p:cNvPr>
            <p:cNvGrpSpPr/>
            <p:nvPr/>
          </p:nvGrpSpPr>
          <p:grpSpPr>
            <a:xfrm>
              <a:off x="1337961" y="2548689"/>
              <a:ext cx="2870718" cy="1760621"/>
              <a:chOff x="1263316" y="1207168"/>
              <a:chExt cx="2870718" cy="1760621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9CA07E7-E3E2-4843-8A37-5788BCBC6319}"/>
                  </a:ext>
                </a:extLst>
              </p:cNvPr>
              <p:cNvSpPr/>
              <p:nvPr/>
            </p:nvSpPr>
            <p:spPr>
              <a:xfrm>
                <a:off x="126331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E6A2A2"/>
                  </a:gs>
                  <a:gs pos="50000">
                    <a:srgbClr val="A61A1A"/>
                  </a:gs>
                  <a:gs pos="100000">
                    <a:srgbClr val="FF000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C141458-730A-4A55-A3AB-B6B3F5A9FBA0}"/>
                  </a:ext>
                </a:extLst>
              </p:cNvPr>
              <p:cNvSpPr/>
              <p:nvPr/>
            </p:nvSpPr>
            <p:spPr>
              <a:xfrm>
                <a:off x="1483567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9CBEA5DB-D037-445F-A686-76E58FAF0129}"/>
                  </a:ext>
                </a:extLst>
              </p:cNvPr>
              <p:cNvSpPr/>
              <p:nvPr/>
            </p:nvSpPr>
            <p:spPr>
              <a:xfrm>
                <a:off x="2338300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YouTube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129E8A5-7C1D-4C27-858B-7EBE627AA924}"/>
                </a:ext>
              </a:extLst>
            </p:cNvPr>
            <p:cNvGrpSpPr/>
            <p:nvPr/>
          </p:nvGrpSpPr>
          <p:grpSpPr>
            <a:xfrm>
              <a:off x="4735286" y="2548689"/>
              <a:ext cx="2870718" cy="1760621"/>
              <a:chOff x="4808949" y="1207168"/>
              <a:chExt cx="2870718" cy="1760621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26C1537-70D0-4676-A0DB-9F632FE8A3B2}"/>
                  </a:ext>
                </a:extLst>
              </p:cNvPr>
              <p:cNvSpPr/>
              <p:nvPr/>
            </p:nvSpPr>
            <p:spPr>
              <a:xfrm>
                <a:off x="4808949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C9A2E6"/>
                  </a:gs>
                  <a:gs pos="50000">
                    <a:srgbClr val="6A1AA6"/>
                  </a:gs>
                  <a:gs pos="100000">
                    <a:srgbClr val="7030A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BB952F6-C2F7-4593-8281-66E003333772}"/>
                  </a:ext>
                </a:extLst>
              </p:cNvPr>
              <p:cNvSpPr/>
              <p:nvPr/>
            </p:nvSpPr>
            <p:spPr>
              <a:xfrm>
                <a:off x="5029200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CDDF609-DB57-4755-A2F5-E2E710580E7D}"/>
                  </a:ext>
                </a:extLst>
              </p:cNvPr>
              <p:cNvSpPr/>
              <p:nvPr/>
            </p:nvSpPr>
            <p:spPr>
              <a:xfrm>
                <a:off x="5883933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Twitch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2EE593FB-FDDC-4436-BAA7-11BAA4B50E7C}"/>
                </a:ext>
              </a:extLst>
            </p:cNvPr>
            <p:cNvGrpSpPr/>
            <p:nvPr/>
          </p:nvGrpSpPr>
          <p:grpSpPr>
            <a:xfrm>
              <a:off x="8132611" y="2548689"/>
              <a:ext cx="2870718" cy="1760621"/>
              <a:chOff x="8057966" y="1207168"/>
              <a:chExt cx="2870718" cy="176062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F63EA5-B99B-4D3E-BB83-E178A6A52DAC}"/>
                  </a:ext>
                </a:extLst>
              </p:cNvPr>
              <p:cNvSpPr/>
              <p:nvPr/>
            </p:nvSpPr>
            <p:spPr>
              <a:xfrm>
                <a:off x="805796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tx1"/>
                  </a:gs>
                  <a:gs pos="100000">
                    <a:srgbClr val="5F5F5F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90876EB-487B-4D8B-8046-36C1DAA5D053}"/>
                  </a:ext>
                </a:extLst>
              </p:cNvPr>
              <p:cNvSpPr/>
              <p:nvPr/>
            </p:nvSpPr>
            <p:spPr>
              <a:xfrm>
                <a:off x="8280345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A5E77B7-5FC2-45B2-A626-27657DD35B1F}"/>
                  </a:ext>
                </a:extLst>
              </p:cNvPr>
              <p:cNvSpPr/>
              <p:nvPr/>
            </p:nvSpPr>
            <p:spPr>
              <a:xfrm>
                <a:off x="9137206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X / Twitter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DB256DDB-8FAA-4F9F-BB8F-DF2732CDF7D4}"/>
              </a:ext>
            </a:extLst>
          </p:cNvPr>
          <p:cNvGrpSpPr/>
          <p:nvPr/>
        </p:nvGrpSpPr>
        <p:grpSpPr>
          <a:xfrm>
            <a:off x="3062908" y="3428999"/>
            <a:ext cx="2029957" cy="749410"/>
            <a:chOff x="5988826" y="1446688"/>
            <a:chExt cx="2029957" cy="749410"/>
          </a:xfrm>
        </p:grpSpPr>
        <p:sp>
          <p:nvSpPr>
            <p:cNvPr id="46" name="箭號: 向左 45">
              <a:extLst>
                <a:ext uri="{FF2B5EF4-FFF2-40B4-BE49-F238E27FC236}">
                  <a16:creationId xmlns:a16="http://schemas.microsoft.com/office/drawing/2014/main" id="{BBD68FB9-8B0D-4CEF-B474-2AC6BA4E193E}"/>
                </a:ext>
              </a:extLst>
            </p:cNvPr>
            <p:cNvSpPr/>
            <p:nvPr/>
          </p:nvSpPr>
          <p:spPr>
            <a:xfrm rot="3970777">
              <a:off x="5900414" y="1934135"/>
              <a:ext cx="350375" cy="173551"/>
            </a:xfrm>
            <a:prstGeom prst="leftArrow">
              <a:avLst>
                <a:gd name="adj1" fmla="val 17593"/>
                <a:gd name="adj2" fmla="val 12473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語音泡泡: 矩形 47">
              <a:extLst>
                <a:ext uri="{FF2B5EF4-FFF2-40B4-BE49-F238E27FC236}">
                  <a16:creationId xmlns:a16="http://schemas.microsoft.com/office/drawing/2014/main" id="{B1603083-D9C3-4D86-A9B7-D6670E2319CB}"/>
                </a:ext>
              </a:extLst>
            </p:cNvPr>
            <p:cNvSpPr/>
            <p:nvPr/>
          </p:nvSpPr>
          <p:spPr>
            <a:xfrm>
              <a:off x="6759230" y="1446688"/>
              <a:ext cx="1259553" cy="587904"/>
            </a:xfrm>
            <a:prstGeom prst="wedgeRectCallout">
              <a:avLst>
                <a:gd name="adj1" fmla="val -93430"/>
                <a:gd name="adj2" fmla="val 29446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Click!</a:t>
              </a:r>
              <a:endParaRPr lang="zh-TW" altLang="en-US" dirty="0"/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C39574C0-7677-4E46-8F51-C31DC0939509}"/>
              </a:ext>
            </a:extLst>
          </p:cNvPr>
          <p:cNvGrpSpPr/>
          <p:nvPr/>
        </p:nvGrpSpPr>
        <p:grpSpPr>
          <a:xfrm>
            <a:off x="1701281" y="881742"/>
            <a:ext cx="8789437" cy="5094514"/>
            <a:chOff x="486173" y="74645"/>
            <a:chExt cx="8789437" cy="509451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F3851D5-FDFB-42FC-B8C5-17BC69C45D1E}"/>
                </a:ext>
              </a:extLst>
            </p:cNvPr>
            <p:cNvSpPr/>
            <p:nvPr/>
          </p:nvSpPr>
          <p:spPr>
            <a:xfrm>
              <a:off x="486173" y="74645"/>
              <a:ext cx="8789437" cy="509451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635DB68D-92D5-4876-BF69-295C9F10C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258" y="253559"/>
              <a:ext cx="8179266" cy="4736686"/>
            </a:xfrm>
            <a:prstGeom prst="rect">
              <a:avLst/>
            </a:prstGeom>
          </p:spPr>
        </p:pic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2D93DEDC-10F2-4A8E-945E-3BFABAB3A791}"/>
              </a:ext>
            </a:extLst>
          </p:cNvPr>
          <p:cNvSpPr/>
          <p:nvPr/>
        </p:nvSpPr>
        <p:spPr>
          <a:xfrm>
            <a:off x="1701281" y="256674"/>
            <a:ext cx="2132031" cy="5614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Show modal</a:t>
            </a:r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21487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群組 42">
            <a:extLst>
              <a:ext uri="{FF2B5EF4-FFF2-40B4-BE49-F238E27FC236}">
                <a16:creationId xmlns:a16="http://schemas.microsoft.com/office/drawing/2014/main" id="{0871C1D0-04D9-4E3E-B225-0EBA274F206E}"/>
              </a:ext>
            </a:extLst>
          </p:cNvPr>
          <p:cNvGrpSpPr/>
          <p:nvPr/>
        </p:nvGrpSpPr>
        <p:grpSpPr>
          <a:xfrm>
            <a:off x="1110916" y="2241884"/>
            <a:ext cx="9970168" cy="2374232"/>
            <a:chOff x="1185561" y="2241884"/>
            <a:chExt cx="9970168" cy="2374232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3B276D4-09DB-4B4E-88FA-3C05B802CEAE}"/>
                </a:ext>
              </a:extLst>
            </p:cNvPr>
            <p:cNvSpPr/>
            <p:nvPr/>
          </p:nvSpPr>
          <p:spPr>
            <a:xfrm>
              <a:off x="1185561" y="2241884"/>
              <a:ext cx="9970168" cy="23742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31" name="群組 30">
              <a:extLst>
                <a:ext uri="{FF2B5EF4-FFF2-40B4-BE49-F238E27FC236}">
                  <a16:creationId xmlns:a16="http://schemas.microsoft.com/office/drawing/2014/main" id="{5314F071-D648-4A9E-B813-3368BD0CCD0D}"/>
                </a:ext>
              </a:extLst>
            </p:cNvPr>
            <p:cNvGrpSpPr/>
            <p:nvPr/>
          </p:nvGrpSpPr>
          <p:grpSpPr>
            <a:xfrm>
              <a:off x="1337961" y="2548689"/>
              <a:ext cx="2870718" cy="1760621"/>
              <a:chOff x="1263316" y="1207168"/>
              <a:chExt cx="2870718" cy="1760621"/>
            </a:xfrm>
          </p:grpSpPr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49CA07E7-E3E2-4843-8A37-5788BCBC6319}"/>
                  </a:ext>
                </a:extLst>
              </p:cNvPr>
              <p:cNvSpPr/>
              <p:nvPr/>
            </p:nvSpPr>
            <p:spPr>
              <a:xfrm>
                <a:off x="126331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E6A2A2"/>
                  </a:gs>
                  <a:gs pos="50000">
                    <a:srgbClr val="A61A1A"/>
                  </a:gs>
                  <a:gs pos="100000">
                    <a:srgbClr val="FF000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CC141458-730A-4A55-A3AB-B6B3F5A9FBA0}"/>
                  </a:ext>
                </a:extLst>
              </p:cNvPr>
              <p:cNvSpPr/>
              <p:nvPr/>
            </p:nvSpPr>
            <p:spPr>
              <a:xfrm>
                <a:off x="1483567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9CBEA5DB-D037-445F-A686-76E58FAF0129}"/>
                  </a:ext>
                </a:extLst>
              </p:cNvPr>
              <p:cNvSpPr/>
              <p:nvPr/>
            </p:nvSpPr>
            <p:spPr>
              <a:xfrm>
                <a:off x="2338300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YouTube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8129E8A5-7C1D-4C27-858B-7EBE627AA924}"/>
                </a:ext>
              </a:extLst>
            </p:cNvPr>
            <p:cNvGrpSpPr/>
            <p:nvPr/>
          </p:nvGrpSpPr>
          <p:grpSpPr>
            <a:xfrm>
              <a:off x="4735286" y="2548689"/>
              <a:ext cx="2870718" cy="1760621"/>
              <a:chOff x="4808949" y="1207168"/>
              <a:chExt cx="2870718" cy="1760621"/>
            </a:xfrm>
          </p:grpSpPr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626C1537-70D0-4676-A0DB-9F632FE8A3B2}"/>
                  </a:ext>
                </a:extLst>
              </p:cNvPr>
              <p:cNvSpPr/>
              <p:nvPr/>
            </p:nvSpPr>
            <p:spPr>
              <a:xfrm>
                <a:off x="4808949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C9A2E6"/>
                  </a:gs>
                  <a:gs pos="50000">
                    <a:srgbClr val="6A1AA6"/>
                  </a:gs>
                  <a:gs pos="100000">
                    <a:srgbClr val="7030A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1BB952F6-C2F7-4593-8281-66E003333772}"/>
                  </a:ext>
                </a:extLst>
              </p:cNvPr>
              <p:cNvSpPr/>
              <p:nvPr/>
            </p:nvSpPr>
            <p:spPr>
              <a:xfrm>
                <a:off x="5029200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5CDDF609-DB57-4755-A2F5-E2E710580E7D}"/>
                  </a:ext>
                </a:extLst>
              </p:cNvPr>
              <p:cNvSpPr/>
              <p:nvPr/>
            </p:nvSpPr>
            <p:spPr>
              <a:xfrm>
                <a:off x="5883933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Twitch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9" name="群組 38">
              <a:extLst>
                <a:ext uri="{FF2B5EF4-FFF2-40B4-BE49-F238E27FC236}">
                  <a16:creationId xmlns:a16="http://schemas.microsoft.com/office/drawing/2014/main" id="{2EE593FB-FDDC-4436-BAA7-11BAA4B50E7C}"/>
                </a:ext>
              </a:extLst>
            </p:cNvPr>
            <p:cNvGrpSpPr/>
            <p:nvPr/>
          </p:nvGrpSpPr>
          <p:grpSpPr>
            <a:xfrm>
              <a:off x="8132611" y="2548689"/>
              <a:ext cx="2870718" cy="1760621"/>
              <a:chOff x="8057966" y="1207168"/>
              <a:chExt cx="2870718" cy="1760621"/>
            </a:xfrm>
          </p:grpSpPr>
          <p:sp>
            <p:nvSpPr>
              <p:cNvPr id="40" name="矩形 39">
                <a:extLst>
                  <a:ext uri="{FF2B5EF4-FFF2-40B4-BE49-F238E27FC236}">
                    <a16:creationId xmlns:a16="http://schemas.microsoft.com/office/drawing/2014/main" id="{3CF63EA5-B99B-4D3E-BB83-E178A6A52DAC}"/>
                  </a:ext>
                </a:extLst>
              </p:cNvPr>
              <p:cNvSpPr/>
              <p:nvPr/>
            </p:nvSpPr>
            <p:spPr>
              <a:xfrm>
                <a:off x="805796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tx1"/>
                  </a:gs>
                  <a:gs pos="100000">
                    <a:srgbClr val="5F5F5F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41" name="矩形 40">
                <a:extLst>
                  <a:ext uri="{FF2B5EF4-FFF2-40B4-BE49-F238E27FC236}">
                    <a16:creationId xmlns:a16="http://schemas.microsoft.com/office/drawing/2014/main" id="{690876EB-487B-4D8B-8046-36C1DAA5D053}"/>
                  </a:ext>
                </a:extLst>
              </p:cNvPr>
              <p:cNvSpPr/>
              <p:nvPr/>
            </p:nvSpPr>
            <p:spPr>
              <a:xfrm>
                <a:off x="8280345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DA5E77B7-5FC2-45B2-A626-27657DD35B1F}"/>
                  </a:ext>
                </a:extLst>
              </p:cNvPr>
              <p:cNvSpPr/>
              <p:nvPr/>
            </p:nvSpPr>
            <p:spPr>
              <a:xfrm>
                <a:off x="9137206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X / Twitter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DB256DDB-8FAA-4F9F-BB8F-DF2732CDF7D4}"/>
              </a:ext>
            </a:extLst>
          </p:cNvPr>
          <p:cNvGrpSpPr/>
          <p:nvPr/>
        </p:nvGrpSpPr>
        <p:grpSpPr>
          <a:xfrm>
            <a:off x="3062908" y="3428999"/>
            <a:ext cx="2029957" cy="749410"/>
            <a:chOff x="5988826" y="1446688"/>
            <a:chExt cx="2029957" cy="749410"/>
          </a:xfrm>
        </p:grpSpPr>
        <p:sp>
          <p:nvSpPr>
            <p:cNvPr id="46" name="箭號: 向左 45">
              <a:extLst>
                <a:ext uri="{FF2B5EF4-FFF2-40B4-BE49-F238E27FC236}">
                  <a16:creationId xmlns:a16="http://schemas.microsoft.com/office/drawing/2014/main" id="{BBD68FB9-8B0D-4CEF-B474-2AC6BA4E193E}"/>
                </a:ext>
              </a:extLst>
            </p:cNvPr>
            <p:cNvSpPr/>
            <p:nvPr/>
          </p:nvSpPr>
          <p:spPr>
            <a:xfrm rot="3970777">
              <a:off x="5900414" y="1934135"/>
              <a:ext cx="350375" cy="173551"/>
            </a:xfrm>
            <a:prstGeom prst="leftArrow">
              <a:avLst>
                <a:gd name="adj1" fmla="val 17593"/>
                <a:gd name="adj2" fmla="val 124734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8" name="語音泡泡: 矩形 47">
              <a:extLst>
                <a:ext uri="{FF2B5EF4-FFF2-40B4-BE49-F238E27FC236}">
                  <a16:creationId xmlns:a16="http://schemas.microsoft.com/office/drawing/2014/main" id="{B1603083-D9C3-4D86-A9B7-D6670E2319CB}"/>
                </a:ext>
              </a:extLst>
            </p:cNvPr>
            <p:cNvSpPr/>
            <p:nvPr/>
          </p:nvSpPr>
          <p:spPr>
            <a:xfrm>
              <a:off x="6759230" y="1446688"/>
              <a:ext cx="1259553" cy="587904"/>
            </a:xfrm>
            <a:prstGeom prst="wedgeRectCallout">
              <a:avLst>
                <a:gd name="adj1" fmla="val -93430"/>
                <a:gd name="adj2" fmla="val 29446"/>
              </a:avLst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Click!</a:t>
              </a:r>
              <a:endParaRPr lang="zh-TW" altLang="en-US" dirty="0"/>
            </a:p>
          </p:txBody>
        </p:sp>
      </p:grpSp>
      <p:grpSp>
        <p:nvGrpSpPr>
          <p:cNvPr id="6" name="群組 5">
            <a:extLst>
              <a:ext uri="{FF2B5EF4-FFF2-40B4-BE49-F238E27FC236}">
                <a16:creationId xmlns:a16="http://schemas.microsoft.com/office/drawing/2014/main" id="{C39574C0-7677-4E46-8F51-C31DC0939509}"/>
              </a:ext>
            </a:extLst>
          </p:cNvPr>
          <p:cNvGrpSpPr/>
          <p:nvPr/>
        </p:nvGrpSpPr>
        <p:grpSpPr>
          <a:xfrm>
            <a:off x="1701281" y="881742"/>
            <a:ext cx="8789437" cy="5094514"/>
            <a:chOff x="486173" y="74645"/>
            <a:chExt cx="8789437" cy="509451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F3851D5-FDFB-42FC-B8C5-17BC69C45D1E}"/>
                </a:ext>
              </a:extLst>
            </p:cNvPr>
            <p:cNvSpPr/>
            <p:nvPr/>
          </p:nvSpPr>
          <p:spPr>
            <a:xfrm>
              <a:off x="486173" y="74645"/>
              <a:ext cx="8789437" cy="509451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pic>
          <p:nvPicPr>
            <p:cNvPr id="22" name="圖片 21">
              <a:extLst>
                <a:ext uri="{FF2B5EF4-FFF2-40B4-BE49-F238E27FC236}">
                  <a16:creationId xmlns:a16="http://schemas.microsoft.com/office/drawing/2014/main" id="{635DB68D-92D5-4876-BF69-295C9F10C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1258" y="253559"/>
              <a:ext cx="8179266" cy="4736686"/>
            </a:xfrm>
            <a:prstGeom prst="rect">
              <a:avLst/>
            </a:prstGeom>
            <a:ln w="38100">
              <a:solidFill>
                <a:srgbClr val="00B0F0"/>
              </a:solidFill>
            </a:ln>
          </p:spPr>
        </p:pic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2D93DEDC-10F2-4A8E-945E-3BFABAB3A791}"/>
              </a:ext>
            </a:extLst>
          </p:cNvPr>
          <p:cNvSpPr/>
          <p:nvPr/>
        </p:nvSpPr>
        <p:spPr>
          <a:xfrm>
            <a:off x="7875037" y="256674"/>
            <a:ext cx="2615681" cy="561473"/>
          </a:xfrm>
          <a:prstGeom prst="rect">
            <a:avLst/>
          </a:prstGeom>
          <a:ln>
            <a:solidFill>
              <a:srgbClr val="00B0F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Re-created site</a:t>
            </a:r>
            <a:endParaRPr lang="zh-TW" altLang="en-US" sz="2800" dirty="0"/>
          </a:p>
        </p:txBody>
      </p:sp>
      <p:cxnSp>
        <p:nvCxnSpPr>
          <p:cNvPr id="4" name="接點: 肘形 3">
            <a:extLst>
              <a:ext uri="{FF2B5EF4-FFF2-40B4-BE49-F238E27FC236}">
                <a16:creationId xmlns:a16="http://schemas.microsoft.com/office/drawing/2014/main" id="{7D76CF87-7F3B-4012-9D31-42C348E030B9}"/>
              </a:ext>
            </a:extLst>
          </p:cNvPr>
          <p:cNvCxnSpPr>
            <a:cxnSpLocks/>
            <a:stCxn id="24" idx="1"/>
            <a:endCxn id="22" idx="0"/>
          </p:cNvCxnSpPr>
          <p:nvPr/>
        </p:nvCxnSpPr>
        <p:spPr>
          <a:xfrm rot="10800000" flipV="1">
            <a:off x="6095999" y="537410"/>
            <a:ext cx="1779038" cy="523245"/>
          </a:xfrm>
          <a:prstGeom prst="bentConnector2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5379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A9F3F49-F92B-42FE-92EA-1DE707A575BA}"/>
              </a:ext>
            </a:extLst>
          </p:cNvPr>
          <p:cNvSpPr/>
          <p:nvPr/>
        </p:nvSpPr>
        <p:spPr>
          <a:xfrm>
            <a:off x="593558" y="256674"/>
            <a:ext cx="1523999" cy="5614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Desktop</a:t>
            </a:r>
            <a:endParaRPr lang="zh-TW" altLang="en-US" sz="2800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69EFE303-AB01-4B41-B576-170144F3C375}"/>
              </a:ext>
            </a:extLst>
          </p:cNvPr>
          <p:cNvGrpSpPr/>
          <p:nvPr/>
        </p:nvGrpSpPr>
        <p:grpSpPr>
          <a:xfrm>
            <a:off x="1110916" y="2241884"/>
            <a:ext cx="9970168" cy="2374232"/>
            <a:chOff x="1185561" y="2241884"/>
            <a:chExt cx="9970168" cy="2374232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4AD1A47C-84D6-4BA6-B2C0-143D7F8C87DC}"/>
                </a:ext>
              </a:extLst>
            </p:cNvPr>
            <p:cNvSpPr/>
            <p:nvPr/>
          </p:nvSpPr>
          <p:spPr>
            <a:xfrm>
              <a:off x="1185561" y="2241884"/>
              <a:ext cx="9970168" cy="23742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8E9517C8-A42F-41C4-94EE-0423E3F96A42}"/>
                </a:ext>
              </a:extLst>
            </p:cNvPr>
            <p:cNvGrpSpPr/>
            <p:nvPr/>
          </p:nvGrpSpPr>
          <p:grpSpPr>
            <a:xfrm>
              <a:off x="1337961" y="2548689"/>
              <a:ext cx="2870718" cy="1760621"/>
              <a:chOff x="1263316" y="1207168"/>
              <a:chExt cx="2870718" cy="1760621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37563736-B072-40FB-85CE-9D2961D7F7CF}"/>
                  </a:ext>
                </a:extLst>
              </p:cNvPr>
              <p:cNvSpPr/>
              <p:nvPr/>
            </p:nvSpPr>
            <p:spPr>
              <a:xfrm>
                <a:off x="126331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E6A2A2"/>
                  </a:gs>
                  <a:gs pos="50000">
                    <a:srgbClr val="A61A1A"/>
                  </a:gs>
                  <a:gs pos="100000">
                    <a:srgbClr val="FF000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3394649-6478-47E2-89B6-D86A8E8AD85B}"/>
                  </a:ext>
                </a:extLst>
              </p:cNvPr>
              <p:cNvSpPr/>
              <p:nvPr/>
            </p:nvSpPr>
            <p:spPr>
              <a:xfrm>
                <a:off x="1483567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0EF2AB93-A6FA-4D77-93DE-7B94297D8DC4}"/>
                  </a:ext>
                </a:extLst>
              </p:cNvPr>
              <p:cNvSpPr/>
              <p:nvPr/>
            </p:nvSpPr>
            <p:spPr>
              <a:xfrm>
                <a:off x="2338300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YouTube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97ADFD60-BA8A-426B-AE08-ADA85BA9EB31}"/>
                </a:ext>
              </a:extLst>
            </p:cNvPr>
            <p:cNvGrpSpPr/>
            <p:nvPr/>
          </p:nvGrpSpPr>
          <p:grpSpPr>
            <a:xfrm>
              <a:off x="4735286" y="2548689"/>
              <a:ext cx="2870718" cy="1760621"/>
              <a:chOff x="4808949" y="1207168"/>
              <a:chExt cx="2870718" cy="1760621"/>
            </a:xfrm>
          </p:grpSpPr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3218C5A-9F2C-40E0-93F8-104F84D1E32C}"/>
                  </a:ext>
                </a:extLst>
              </p:cNvPr>
              <p:cNvSpPr/>
              <p:nvPr/>
            </p:nvSpPr>
            <p:spPr>
              <a:xfrm>
                <a:off x="4808949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rgbClr val="C9A2E6"/>
                  </a:gs>
                  <a:gs pos="50000">
                    <a:srgbClr val="6A1AA6"/>
                  </a:gs>
                  <a:gs pos="100000">
                    <a:srgbClr val="7030A0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6734FB20-0973-4044-BF23-F5550D597C59}"/>
                  </a:ext>
                </a:extLst>
              </p:cNvPr>
              <p:cNvSpPr/>
              <p:nvPr/>
            </p:nvSpPr>
            <p:spPr>
              <a:xfrm>
                <a:off x="5029200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DB933968-986D-43D5-BE95-944A72CEAD1D}"/>
                  </a:ext>
                </a:extLst>
              </p:cNvPr>
              <p:cNvSpPr/>
              <p:nvPr/>
            </p:nvSpPr>
            <p:spPr>
              <a:xfrm>
                <a:off x="5883933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Twitch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8" name="群組 7">
              <a:extLst>
                <a:ext uri="{FF2B5EF4-FFF2-40B4-BE49-F238E27FC236}">
                  <a16:creationId xmlns:a16="http://schemas.microsoft.com/office/drawing/2014/main" id="{0E3A88D6-E0C8-41FB-BF3A-13362CA6358A}"/>
                </a:ext>
              </a:extLst>
            </p:cNvPr>
            <p:cNvGrpSpPr/>
            <p:nvPr/>
          </p:nvGrpSpPr>
          <p:grpSpPr>
            <a:xfrm>
              <a:off x="8132611" y="2548689"/>
              <a:ext cx="2870718" cy="1760621"/>
              <a:chOff x="8057966" y="1207168"/>
              <a:chExt cx="2870718" cy="1760621"/>
            </a:xfrm>
          </p:grpSpPr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0433B00-13D0-4364-B540-778C7FE8CDE6}"/>
                  </a:ext>
                </a:extLst>
              </p:cNvPr>
              <p:cNvSpPr/>
              <p:nvPr/>
            </p:nvSpPr>
            <p:spPr>
              <a:xfrm>
                <a:off x="8057966" y="1207168"/>
                <a:ext cx="2870718" cy="1760621"/>
              </a:xfrm>
              <a:prstGeom prst="rect">
                <a:avLst/>
              </a:prstGeom>
              <a:gradFill>
                <a:gsLst>
                  <a:gs pos="0">
                    <a:schemeClr val="bg1">
                      <a:lumMod val="85000"/>
                    </a:schemeClr>
                  </a:gs>
                  <a:gs pos="50000">
                    <a:schemeClr val="tx1"/>
                  </a:gs>
                  <a:gs pos="100000">
                    <a:srgbClr val="5F5F5F"/>
                  </a:gs>
                </a:gsLst>
              </a:gradFill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TW" altLang="en-US"/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4A3E5985-5FC4-4CD4-A25A-375D9F2EA77E}"/>
                  </a:ext>
                </a:extLst>
              </p:cNvPr>
              <p:cNvSpPr/>
              <p:nvPr/>
            </p:nvSpPr>
            <p:spPr>
              <a:xfrm>
                <a:off x="8280345" y="1770237"/>
                <a:ext cx="634482" cy="6344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/>
                  <a:t>icon</a:t>
                </a:r>
                <a:endParaRPr lang="zh-TW" altLang="en-US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B02B4E64-4554-4D35-8B92-3F82E570C9AD}"/>
                  </a:ext>
                </a:extLst>
              </p:cNvPr>
              <p:cNvSpPr/>
              <p:nvPr/>
            </p:nvSpPr>
            <p:spPr>
              <a:xfrm>
                <a:off x="9137206" y="1770237"/>
                <a:ext cx="1212980" cy="63448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3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dirty="0">
                    <a:solidFill>
                      <a:schemeClr val="bg1"/>
                    </a:solidFill>
                  </a:rPr>
                  <a:t>X / Twitter</a:t>
                </a:r>
                <a:endParaRPr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32324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A9F3F49-F92B-42FE-92EA-1DE707A575BA}"/>
              </a:ext>
            </a:extLst>
          </p:cNvPr>
          <p:cNvSpPr/>
          <p:nvPr/>
        </p:nvSpPr>
        <p:spPr>
          <a:xfrm>
            <a:off x="593558" y="256674"/>
            <a:ext cx="1523999" cy="5614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2800" dirty="0"/>
              <a:t>mobile</a:t>
            </a:r>
            <a:endParaRPr lang="zh-TW" altLang="en-US" sz="28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7A519D4-B2E4-40F3-8DDE-49A324118EF9}"/>
              </a:ext>
            </a:extLst>
          </p:cNvPr>
          <p:cNvSpPr/>
          <p:nvPr/>
        </p:nvSpPr>
        <p:spPr>
          <a:xfrm>
            <a:off x="3306433" y="905069"/>
            <a:ext cx="5579133" cy="50478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D9AED4F9-4739-4555-BC40-9C6C1FE05EC5}"/>
              </a:ext>
            </a:extLst>
          </p:cNvPr>
          <p:cNvGrpSpPr/>
          <p:nvPr/>
        </p:nvGrpSpPr>
        <p:grpSpPr>
          <a:xfrm>
            <a:off x="3458833" y="1102445"/>
            <a:ext cx="5296104" cy="1090250"/>
            <a:chOff x="1263316" y="1102445"/>
            <a:chExt cx="5296104" cy="1090250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1621528-4749-483D-AB98-41C6DC9E8F1E}"/>
                </a:ext>
              </a:extLst>
            </p:cNvPr>
            <p:cNvSpPr/>
            <p:nvPr/>
          </p:nvSpPr>
          <p:spPr>
            <a:xfrm>
              <a:off x="1263316" y="1102445"/>
              <a:ext cx="5296104" cy="1090250"/>
            </a:xfrm>
            <a:prstGeom prst="rect">
              <a:avLst/>
            </a:prstGeom>
            <a:gradFill>
              <a:gsLst>
                <a:gs pos="0">
                  <a:srgbClr val="E6A2A2"/>
                </a:gs>
                <a:gs pos="50000">
                  <a:srgbClr val="A61A1A"/>
                </a:gs>
                <a:gs pos="100000">
                  <a:srgbClr val="FF0000"/>
                </a:gs>
              </a:gsLst>
            </a:gra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81C9472-CA34-4A6C-A640-66B2A3A7924A}"/>
                </a:ext>
              </a:extLst>
            </p:cNvPr>
            <p:cNvSpPr/>
            <p:nvPr/>
          </p:nvSpPr>
          <p:spPr>
            <a:xfrm>
              <a:off x="1526831" y="1451121"/>
              <a:ext cx="590726" cy="39289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icon</a:t>
              </a:r>
              <a:endParaRPr lang="zh-TW" altLang="en-US" dirty="0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B6C5455-C83C-4B1C-AD3A-2D35914B6359}"/>
                </a:ext>
              </a:extLst>
            </p:cNvPr>
            <p:cNvSpPr/>
            <p:nvPr/>
          </p:nvSpPr>
          <p:spPr>
            <a:xfrm>
              <a:off x="2269957" y="1451121"/>
              <a:ext cx="4083960" cy="39289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r>
                <a:rPr lang="en-US" altLang="zh-TW" dirty="0">
                  <a:solidFill>
                    <a:schemeClr val="bg1"/>
                  </a:solidFill>
                </a:rPr>
                <a:t>YouTube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" name="群組 1">
            <a:extLst>
              <a:ext uri="{FF2B5EF4-FFF2-40B4-BE49-F238E27FC236}">
                <a16:creationId xmlns:a16="http://schemas.microsoft.com/office/drawing/2014/main" id="{C1F5C7DB-11BB-4FB1-8E16-6EC31D8512F2}"/>
              </a:ext>
            </a:extLst>
          </p:cNvPr>
          <p:cNvGrpSpPr/>
          <p:nvPr/>
        </p:nvGrpSpPr>
        <p:grpSpPr>
          <a:xfrm>
            <a:off x="3458833" y="2381684"/>
            <a:ext cx="5296104" cy="1090800"/>
            <a:chOff x="1263316" y="2611837"/>
            <a:chExt cx="5296104" cy="1090800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1EF7B178-84C8-4615-8769-6A253E53A00B}"/>
                </a:ext>
              </a:extLst>
            </p:cNvPr>
            <p:cNvSpPr/>
            <p:nvPr/>
          </p:nvSpPr>
          <p:spPr>
            <a:xfrm>
              <a:off x="1263316" y="2611837"/>
              <a:ext cx="5296104" cy="1090800"/>
            </a:xfrm>
            <a:prstGeom prst="rect">
              <a:avLst/>
            </a:prstGeom>
            <a:gradFill>
              <a:gsLst>
                <a:gs pos="0">
                  <a:srgbClr val="C9A2E6"/>
                </a:gs>
                <a:gs pos="50000">
                  <a:srgbClr val="6A1AA6"/>
                </a:gs>
                <a:gs pos="100000">
                  <a:srgbClr val="7030A0"/>
                </a:gs>
              </a:gsLst>
            </a:gra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627A9E51-4963-456C-9E46-9A889C8ADBFB}"/>
                </a:ext>
              </a:extLst>
            </p:cNvPr>
            <p:cNvSpPr/>
            <p:nvPr/>
          </p:nvSpPr>
          <p:spPr>
            <a:xfrm>
              <a:off x="1526831" y="2960689"/>
              <a:ext cx="590726" cy="393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icon</a:t>
              </a:r>
              <a:endParaRPr lang="zh-TW" altLang="en-US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9974E451-10DD-4707-A0BD-EAB6E87BE89B}"/>
                </a:ext>
              </a:extLst>
            </p:cNvPr>
            <p:cNvSpPr/>
            <p:nvPr/>
          </p:nvSpPr>
          <p:spPr>
            <a:xfrm>
              <a:off x="2269957" y="2960689"/>
              <a:ext cx="4083960" cy="3930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r>
                <a:rPr lang="en-US" altLang="zh-TW" dirty="0">
                  <a:solidFill>
                    <a:schemeClr val="bg1"/>
                  </a:solidFill>
                </a:rPr>
                <a:t>Twitch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" name="群組 32">
            <a:extLst>
              <a:ext uri="{FF2B5EF4-FFF2-40B4-BE49-F238E27FC236}">
                <a16:creationId xmlns:a16="http://schemas.microsoft.com/office/drawing/2014/main" id="{994CAD4D-7DD6-4043-BA77-9CD2021813F9}"/>
              </a:ext>
            </a:extLst>
          </p:cNvPr>
          <p:cNvGrpSpPr/>
          <p:nvPr/>
        </p:nvGrpSpPr>
        <p:grpSpPr>
          <a:xfrm>
            <a:off x="3458833" y="3661473"/>
            <a:ext cx="5296104" cy="1090800"/>
            <a:chOff x="1263316" y="4192310"/>
            <a:chExt cx="5296104" cy="1090800"/>
          </a:xfrm>
        </p:grpSpPr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C93AA48B-EC92-4F95-BB52-783D8DD1ECE3}"/>
                </a:ext>
              </a:extLst>
            </p:cNvPr>
            <p:cNvSpPr/>
            <p:nvPr/>
          </p:nvSpPr>
          <p:spPr>
            <a:xfrm>
              <a:off x="1263316" y="4192310"/>
              <a:ext cx="5296104" cy="1090800"/>
            </a:xfrm>
            <a:prstGeom prst="rect">
              <a:avLst/>
            </a:prstGeom>
            <a:gradFill>
              <a:gsLst>
                <a:gs pos="0">
                  <a:schemeClr val="bg1">
                    <a:lumMod val="85000"/>
                  </a:schemeClr>
                </a:gs>
                <a:gs pos="50000">
                  <a:schemeClr val="tx1"/>
                </a:gs>
                <a:gs pos="100000">
                  <a:srgbClr val="5F5F5F"/>
                </a:gs>
              </a:gsLst>
            </a:gra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AE9F7B3-0432-48D5-BDD5-93E1C4F0E0AB}"/>
                </a:ext>
              </a:extLst>
            </p:cNvPr>
            <p:cNvSpPr/>
            <p:nvPr/>
          </p:nvSpPr>
          <p:spPr>
            <a:xfrm>
              <a:off x="1541160" y="4541162"/>
              <a:ext cx="576397" cy="3930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/>
                <a:t>icon</a:t>
              </a:r>
              <a:endParaRPr lang="zh-TW" altLang="en-US" dirty="0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6883DE4-F31D-4731-9B97-50C2E994450E}"/>
                </a:ext>
              </a:extLst>
            </p:cNvPr>
            <p:cNvSpPr/>
            <p:nvPr/>
          </p:nvSpPr>
          <p:spPr>
            <a:xfrm>
              <a:off x="2284286" y="4541162"/>
              <a:ext cx="4083960" cy="393096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3"/>
            </a:fontRef>
          </p:style>
          <p:txBody>
            <a:bodyPr rtlCol="0" anchor="ctr"/>
            <a:lstStyle/>
            <a:p>
              <a:r>
                <a:rPr lang="en-US" altLang="zh-TW" dirty="0">
                  <a:solidFill>
                    <a:schemeClr val="bg1"/>
                  </a:solidFill>
                </a:rPr>
                <a:t>X / Twitter</a:t>
              </a:r>
              <a:endParaRPr lang="zh-TW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1538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60</Words>
  <Application>Microsoft Office PowerPoint</Application>
  <PresentationFormat>寬螢幕</PresentationFormat>
  <Paragraphs>43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MING CHI HSIAO</dc:creator>
  <cp:lastModifiedBy>MING CHI HSIAO</cp:lastModifiedBy>
  <cp:revision>7</cp:revision>
  <dcterms:created xsi:type="dcterms:W3CDTF">2026-08-15T13:57:00Z</dcterms:created>
  <dcterms:modified xsi:type="dcterms:W3CDTF">2026-08-15T15:49:21Z</dcterms:modified>
</cp:coreProperties>
</file>
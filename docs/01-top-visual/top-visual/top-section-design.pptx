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75" d="100"/>
          <a:sy n="75" d="100"/>
        </p:scale>
        <p:origin x="250" y="26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AAAE32-1520-412B-9B52-9E42A878977E}"/>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8C6CA82A-8F46-4186-9B8A-D24CA19DDF3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E37BF95C-06F7-48C5-A83B-F2923159A5E9}"/>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5" name="頁尾版面配置區 4">
            <a:extLst>
              <a:ext uri="{FF2B5EF4-FFF2-40B4-BE49-F238E27FC236}">
                <a16:creationId xmlns:a16="http://schemas.microsoft.com/office/drawing/2014/main" id="{C5E9D11C-5D04-4B55-8864-A74B4D9C125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02D9780-97A8-4C71-B011-E2D75F1A602D}"/>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37218397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975E77F-0698-4197-9B39-9DD613EC0C2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B79E733C-0EE8-4DB5-839D-4011317C2A1B}"/>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943F9FD-C7F6-4AC7-925E-1DA42D2653FA}"/>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5" name="頁尾版面配置區 4">
            <a:extLst>
              <a:ext uri="{FF2B5EF4-FFF2-40B4-BE49-F238E27FC236}">
                <a16:creationId xmlns:a16="http://schemas.microsoft.com/office/drawing/2014/main" id="{6F0866C0-58FF-4492-AA4F-CBB7EDE4B278}"/>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FB14AAE-4113-4DAC-88F7-BFB58B81DC42}"/>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3906890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2AFBAC03-5A8A-44E2-9AC3-77E87D43269C}"/>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FA5E27D7-56CD-4E70-B6F7-8E308C88147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E4AFECF8-D4D8-42FD-A300-F16FE269257C}"/>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5" name="頁尾版面配置區 4">
            <a:extLst>
              <a:ext uri="{FF2B5EF4-FFF2-40B4-BE49-F238E27FC236}">
                <a16:creationId xmlns:a16="http://schemas.microsoft.com/office/drawing/2014/main" id="{50C3B570-CCFA-4B0C-B8BD-5A7421531AE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D35F14A6-2D32-4F85-B8E6-0517EEFADFB9}"/>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2400205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C699D48-52F9-4E60-BFF9-1EA881DBB4F4}"/>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7F2128D5-FB2A-44AB-BFBE-74A70F570F98}"/>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E9C0A77-DD4E-4A77-A07C-4141FFFF8A94}"/>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2B130A95-E824-4C7D-B1EC-CC86B897DE63}"/>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6" name="頁尾版面配置區 5">
            <a:extLst>
              <a:ext uri="{FF2B5EF4-FFF2-40B4-BE49-F238E27FC236}">
                <a16:creationId xmlns:a16="http://schemas.microsoft.com/office/drawing/2014/main" id="{FCC3891E-AC6F-4C37-BE91-1271C1D99CC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3D959CA0-66BC-409E-8798-ADB7D985156D}"/>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819070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A90F99F-11D5-42C7-B294-37624325935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CB863CE-ED27-45F7-B5BD-89FED5119D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C21BB79F-6759-4BE9-B31A-88E8FB1F98CD}"/>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2D76DA83-4583-40BF-AAA1-34CBA3879F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AC136EEA-A0B7-4610-BF08-70035311A7A8}"/>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53E66868-B2BD-4ACC-8F74-98621B1C7625}"/>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8" name="頁尾版面配置區 7">
            <a:extLst>
              <a:ext uri="{FF2B5EF4-FFF2-40B4-BE49-F238E27FC236}">
                <a16:creationId xmlns:a16="http://schemas.microsoft.com/office/drawing/2014/main" id="{EA523AFA-C792-476B-9ABF-901E3E4B292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67DD396-D0CC-42F5-B7F8-5FD602204FB2}"/>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29355774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D668454-7963-48AD-8CFC-74E7CADB4ED8}"/>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5B847348-4E91-4E05-A703-11325E051AA1}"/>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4" name="頁尾版面配置區 3">
            <a:extLst>
              <a:ext uri="{FF2B5EF4-FFF2-40B4-BE49-F238E27FC236}">
                <a16:creationId xmlns:a16="http://schemas.microsoft.com/office/drawing/2014/main" id="{8BBE81DB-CE76-4676-A5A7-E8F647D657ED}"/>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2B9B7934-2823-40F2-B7F0-CA5A0D49CD81}"/>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146396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79D04B24-9A4B-4CE0-9A8C-5FB9EB969EDC}"/>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3" name="頁尾版面配置區 2">
            <a:extLst>
              <a:ext uri="{FF2B5EF4-FFF2-40B4-BE49-F238E27FC236}">
                <a16:creationId xmlns:a16="http://schemas.microsoft.com/office/drawing/2014/main" id="{910E79E8-0DF3-46C5-99D1-2BCAEDDF550E}"/>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A1F9AE0A-839B-4C5E-BD45-53B0281C2341}"/>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41358341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B91913C-FC44-42C0-B695-2734FCA089F4}"/>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7AD10B4-0499-46F2-BBAD-1DC3100A7C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8934D34-1656-45EC-A3FF-6DB0EF3C26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038945A9-05B9-4909-8D01-148550EE11F1}"/>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6" name="頁尾版面配置區 5">
            <a:extLst>
              <a:ext uri="{FF2B5EF4-FFF2-40B4-BE49-F238E27FC236}">
                <a16:creationId xmlns:a16="http://schemas.microsoft.com/office/drawing/2014/main" id="{220A50B7-1A74-4FB2-BC75-09C7808E5C0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D106D-0B18-494F-AF8D-1E4F159DA8CC}"/>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40743883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7CB164C-118F-40D2-A550-A6D6D02A97F8}"/>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A1919569-9A65-4FD4-B71B-CD94A975555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4B7485D9-9D38-429E-859E-89189D5A89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8E589FF7-0A8F-4CC2-A291-B91F277ED524}"/>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6" name="頁尾版面配置區 5">
            <a:extLst>
              <a:ext uri="{FF2B5EF4-FFF2-40B4-BE49-F238E27FC236}">
                <a16:creationId xmlns:a16="http://schemas.microsoft.com/office/drawing/2014/main" id="{C4282BB4-3D0A-4A63-A819-3B969E62246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646FC22-35DE-460D-895C-0A479D0C7A4E}"/>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828240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9EB5118-AE14-4F84-9D57-98317BE6D2D9}"/>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8EAA343B-886C-417E-8644-9C5623C6319B}"/>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B1125CB5-2ACF-45F6-9FC0-AF230E2D27AD}"/>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5" name="頁尾版面配置區 4">
            <a:extLst>
              <a:ext uri="{FF2B5EF4-FFF2-40B4-BE49-F238E27FC236}">
                <a16:creationId xmlns:a16="http://schemas.microsoft.com/office/drawing/2014/main" id="{D4045B84-5532-43B4-A97E-370CB2AE19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A8EB1B4-879D-4FAE-9213-1127BECAEB35}"/>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6461725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F9F24214-8FF8-4D52-B3EC-EC9C394074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53BB7327-31F6-4781-8801-4131090E3CB8}"/>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52A3ACD-065E-43D1-85D5-C50888D263EE}"/>
              </a:ext>
            </a:extLst>
          </p:cNvPr>
          <p:cNvSpPr>
            <a:spLocks noGrp="1"/>
          </p:cNvSpPr>
          <p:nvPr>
            <p:ph type="dt" sz="half" idx="10"/>
          </p:nvPr>
        </p:nvSpPr>
        <p:spPr/>
        <p:txBody>
          <a:bodyPr/>
          <a:lstStyle/>
          <a:p>
            <a:fld id="{CCD9651A-EFB9-412C-9E77-03D67FA9073A}" type="datetimeFigureOut">
              <a:rPr lang="zh-TW" altLang="en-US" smtClean="0"/>
              <a:t>26/05/25</a:t>
            </a:fld>
            <a:endParaRPr lang="zh-TW" altLang="en-US"/>
          </a:p>
        </p:txBody>
      </p:sp>
      <p:sp>
        <p:nvSpPr>
          <p:cNvPr id="5" name="頁尾版面配置區 4">
            <a:extLst>
              <a:ext uri="{FF2B5EF4-FFF2-40B4-BE49-F238E27FC236}">
                <a16:creationId xmlns:a16="http://schemas.microsoft.com/office/drawing/2014/main" id="{B50E84A8-A702-41EB-AD61-B624DDB1D072}"/>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54391FBE-E6F9-4CF8-B53F-7C3C9843708F}"/>
              </a:ext>
            </a:extLst>
          </p:cNvPr>
          <p:cNvSpPr>
            <a:spLocks noGrp="1"/>
          </p:cNvSpPr>
          <p:nvPr>
            <p:ph type="sldNum" sz="quarter" idx="12"/>
          </p:nvPr>
        </p:nvSpPr>
        <p:spPr/>
        <p:txBody>
          <a:body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2521798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21382D14-0A54-443C-8A27-B9227148E8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578724B8-C434-40E1-83B0-5DE8629C1E8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04AE83E-41A9-47BB-9E5F-3DE8274B3B2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D9651A-EFB9-412C-9E77-03D67FA9073A}" type="datetimeFigureOut">
              <a:rPr lang="zh-TW" altLang="en-US" smtClean="0"/>
              <a:t>26/05/25</a:t>
            </a:fld>
            <a:endParaRPr lang="zh-TW" altLang="en-US"/>
          </a:p>
        </p:txBody>
      </p:sp>
      <p:sp>
        <p:nvSpPr>
          <p:cNvPr id="5" name="頁尾版面配置區 4">
            <a:extLst>
              <a:ext uri="{FF2B5EF4-FFF2-40B4-BE49-F238E27FC236}">
                <a16:creationId xmlns:a16="http://schemas.microsoft.com/office/drawing/2014/main" id="{E5E53379-6A8B-4527-A4B7-9460354CACA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112613A4-929A-4A6E-94D1-12388DE6267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04AE3AE-F090-4AC8-8370-3E0EB1448CD2}" type="slidenum">
              <a:rPr lang="zh-TW" altLang="en-US" smtClean="0"/>
              <a:t>‹#›</a:t>
            </a:fld>
            <a:endParaRPr lang="zh-TW" altLang="en-US"/>
          </a:p>
        </p:txBody>
      </p:sp>
    </p:spTree>
    <p:extLst>
      <p:ext uri="{BB962C8B-B14F-4D97-AF65-F5344CB8AC3E}">
        <p14:creationId xmlns:p14="http://schemas.microsoft.com/office/powerpoint/2010/main" val="11322525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E0DE4C9F-57FC-4015-9F69-E13C08C9464F}"/>
              </a:ext>
            </a:extLst>
          </p:cNvPr>
          <p:cNvSpPr/>
          <p:nvPr/>
        </p:nvSpPr>
        <p:spPr>
          <a:xfrm>
            <a:off x="0" y="3857625"/>
            <a:ext cx="12192000" cy="3000375"/>
          </a:xfrm>
          <a:prstGeom prst="rect">
            <a:avLst/>
          </a:prstGeom>
          <a:gradFill>
            <a:gsLst>
              <a:gs pos="0">
                <a:schemeClr val="accent1">
                  <a:lumMod val="5000"/>
                  <a:lumOff val="95000"/>
                  <a:alpha val="0"/>
                </a:schemeClr>
              </a:gs>
              <a:gs pos="62000">
                <a:schemeClr val="accent4">
                  <a:lumMod val="20000"/>
                  <a:lumOff val="80000"/>
                </a:schemeClr>
              </a:gs>
            </a:gsLst>
            <a:lin ang="5400000" scaled="1"/>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pic>
        <p:nvPicPr>
          <p:cNvPr id="1026" name="Picture 2" descr="結萌ひまり archive visual">
            <a:extLst>
              <a:ext uri="{FF2B5EF4-FFF2-40B4-BE49-F238E27FC236}">
                <a16:creationId xmlns:a16="http://schemas.microsoft.com/office/drawing/2014/main" id="{988BF731-0818-4B06-8902-26665393B2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4114800" cy="6858000"/>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a:extLst>
              <a:ext uri="{FF2B5EF4-FFF2-40B4-BE49-F238E27FC236}">
                <a16:creationId xmlns:a16="http://schemas.microsoft.com/office/drawing/2014/main" id="{CC948CB2-5D20-459B-A9FC-24728B243A10}"/>
              </a:ext>
            </a:extLst>
          </p:cNvPr>
          <p:cNvSpPr/>
          <p:nvPr/>
        </p:nvSpPr>
        <p:spPr>
          <a:xfrm>
            <a:off x="0" y="5076824"/>
            <a:ext cx="12192000" cy="1781175"/>
          </a:xfrm>
          <a:prstGeom prst="rect">
            <a:avLst/>
          </a:prstGeom>
          <a:gradFill>
            <a:gsLst>
              <a:gs pos="0">
                <a:schemeClr val="accent1">
                  <a:lumMod val="5000"/>
                  <a:lumOff val="95000"/>
                  <a:alpha val="0"/>
                </a:schemeClr>
              </a:gs>
              <a:gs pos="83000">
                <a:schemeClr val="accent2">
                  <a:lumMod val="20000"/>
                  <a:lumOff val="80000"/>
                  <a:alpha val="63000"/>
                </a:schemeClr>
              </a:gs>
            </a:gsLst>
            <a:lin ang="5400000" scaled="1"/>
          </a:gra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a:p>
        </p:txBody>
      </p:sp>
      <p:grpSp>
        <p:nvGrpSpPr>
          <p:cNvPr id="38" name="群組 37">
            <a:extLst>
              <a:ext uri="{FF2B5EF4-FFF2-40B4-BE49-F238E27FC236}">
                <a16:creationId xmlns:a16="http://schemas.microsoft.com/office/drawing/2014/main" id="{2409F20D-AE17-4289-AC8B-F0AFC22B1ABF}"/>
              </a:ext>
            </a:extLst>
          </p:cNvPr>
          <p:cNvGrpSpPr/>
          <p:nvPr/>
        </p:nvGrpSpPr>
        <p:grpSpPr>
          <a:xfrm>
            <a:off x="5955641" y="504825"/>
            <a:ext cx="4867275" cy="1028700"/>
            <a:chOff x="5643564" y="504825"/>
            <a:chExt cx="4867275" cy="1028700"/>
          </a:xfrm>
        </p:grpSpPr>
        <p:sp>
          <p:nvSpPr>
            <p:cNvPr id="5" name="平行四邊形 4">
              <a:extLst>
                <a:ext uri="{FF2B5EF4-FFF2-40B4-BE49-F238E27FC236}">
                  <a16:creationId xmlns:a16="http://schemas.microsoft.com/office/drawing/2014/main" id="{283C7B6D-8339-4EC4-9935-6D0A5231BFD1}"/>
                </a:ext>
              </a:extLst>
            </p:cNvPr>
            <p:cNvSpPr/>
            <p:nvPr/>
          </p:nvSpPr>
          <p:spPr>
            <a:xfrm>
              <a:off x="5643564" y="504825"/>
              <a:ext cx="4867275" cy="1028700"/>
            </a:xfrm>
            <a:prstGeom prst="parallelogram">
              <a:avLst>
                <a:gd name="adj" fmla="val 66667"/>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TW" altLang="en-US" sz="4400" b="0" i="0" dirty="0">
                  <a:solidFill>
                    <a:srgbClr val="FFFFFF"/>
                  </a:solidFill>
                  <a:effectLst/>
                  <a:latin typeface="system-ui"/>
                </a:rPr>
                <a:t>結萌</a:t>
              </a:r>
              <a:r>
                <a:rPr lang="ja-JP" altLang="en-US" sz="4400" b="0" i="0" dirty="0">
                  <a:solidFill>
                    <a:srgbClr val="FFFFFF"/>
                  </a:solidFill>
                  <a:effectLst/>
                  <a:latin typeface="system-ui"/>
                </a:rPr>
                <a:t>ひまり</a:t>
              </a:r>
            </a:p>
          </p:txBody>
        </p:sp>
        <p:sp>
          <p:nvSpPr>
            <p:cNvPr id="9" name="平行四邊形 8">
              <a:extLst>
                <a:ext uri="{FF2B5EF4-FFF2-40B4-BE49-F238E27FC236}">
                  <a16:creationId xmlns:a16="http://schemas.microsoft.com/office/drawing/2014/main" id="{69A74D84-8925-4E24-A73D-A8A12B606AD7}"/>
                </a:ext>
              </a:extLst>
            </p:cNvPr>
            <p:cNvSpPr/>
            <p:nvPr/>
          </p:nvSpPr>
          <p:spPr>
            <a:xfrm>
              <a:off x="9656445" y="504825"/>
              <a:ext cx="755334" cy="1028700"/>
            </a:xfrm>
            <a:prstGeom prst="parallelogram">
              <a:avLst>
                <a:gd name="adj" fmla="val 899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4400" b="0" i="0" dirty="0">
                <a:solidFill>
                  <a:srgbClr val="FFFFFF"/>
                </a:solidFill>
                <a:effectLst/>
                <a:latin typeface="system-ui"/>
              </a:endParaRPr>
            </a:p>
          </p:txBody>
        </p:sp>
        <p:sp>
          <p:nvSpPr>
            <p:cNvPr id="12" name="平行四邊形 11">
              <a:extLst>
                <a:ext uri="{FF2B5EF4-FFF2-40B4-BE49-F238E27FC236}">
                  <a16:creationId xmlns:a16="http://schemas.microsoft.com/office/drawing/2014/main" id="{8AEDD97A-5477-48BA-95D2-E9428A5CFB2A}"/>
                </a:ext>
              </a:extLst>
            </p:cNvPr>
            <p:cNvSpPr/>
            <p:nvPr/>
          </p:nvSpPr>
          <p:spPr>
            <a:xfrm>
              <a:off x="9481185" y="504825"/>
              <a:ext cx="755334" cy="1028700"/>
            </a:xfrm>
            <a:prstGeom prst="parallelogram">
              <a:avLst>
                <a:gd name="adj" fmla="val 899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4400" b="0" i="0" dirty="0">
                <a:solidFill>
                  <a:srgbClr val="FFFFFF"/>
                </a:solidFill>
                <a:effectLst/>
                <a:latin typeface="system-ui"/>
              </a:endParaRPr>
            </a:p>
          </p:txBody>
        </p:sp>
        <p:sp>
          <p:nvSpPr>
            <p:cNvPr id="13" name="平行四邊形 12">
              <a:extLst>
                <a:ext uri="{FF2B5EF4-FFF2-40B4-BE49-F238E27FC236}">
                  <a16:creationId xmlns:a16="http://schemas.microsoft.com/office/drawing/2014/main" id="{CDF79327-8725-42D4-B5E2-C7A4DD630FB7}"/>
                </a:ext>
              </a:extLst>
            </p:cNvPr>
            <p:cNvSpPr/>
            <p:nvPr/>
          </p:nvSpPr>
          <p:spPr>
            <a:xfrm>
              <a:off x="9279255" y="504825"/>
              <a:ext cx="755334" cy="1028700"/>
            </a:xfrm>
            <a:prstGeom prst="parallelogram">
              <a:avLst>
                <a:gd name="adj" fmla="val 899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4400" b="0" i="0" dirty="0">
                <a:solidFill>
                  <a:srgbClr val="FFFFFF"/>
                </a:solidFill>
                <a:effectLst/>
                <a:latin typeface="system-ui"/>
              </a:endParaRPr>
            </a:p>
          </p:txBody>
        </p:sp>
        <p:sp>
          <p:nvSpPr>
            <p:cNvPr id="14" name="平行四邊形 13">
              <a:extLst>
                <a:ext uri="{FF2B5EF4-FFF2-40B4-BE49-F238E27FC236}">
                  <a16:creationId xmlns:a16="http://schemas.microsoft.com/office/drawing/2014/main" id="{1F39A645-B3C9-4041-B381-3B01AF21A412}"/>
                </a:ext>
              </a:extLst>
            </p:cNvPr>
            <p:cNvSpPr/>
            <p:nvPr/>
          </p:nvSpPr>
          <p:spPr>
            <a:xfrm>
              <a:off x="9065895" y="504825"/>
              <a:ext cx="755334" cy="1028700"/>
            </a:xfrm>
            <a:prstGeom prst="parallelogram">
              <a:avLst>
                <a:gd name="adj" fmla="val 89931"/>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ja-JP" altLang="en-US" sz="4400" b="0" i="0" dirty="0">
                <a:solidFill>
                  <a:srgbClr val="FFFFFF"/>
                </a:solidFill>
                <a:effectLst/>
                <a:latin typeface="system-ui"/>
              </a:endParaRPr>
            </a:p>
          </p:txBody>
        </p:sp>
      </p:grpSp>
      <p:grpSp>
        <p:nvGrpSpPr>
          <p:cNvPr id="37" name="群組 36">
            <a:extLst>
              <a:ext uri="{FF2B5EF4-FFF2-40B4-BE49-F238E27FC236}">
                <a16:creationId xmlns:a16="http://schemas.microsoft.com/office/drawing/2014/main" id="{1E4C5554-A893-4864-8374-097D39CCD8A2}"/>
              </a:ext>
            </a:extLst>
          </p:cNvPr>
          <p:cNvGrpSpPr/>
          <p:nvPr/>
        </p:nvGrpSpPr>
        <p:grpSpPr>
          <a:xfrm>
            <a:off x="4348140" y="4389120"/>
            <a:ext cx="6474776" cy="1964055"/>
            <a:chOff x="4324984" y="4389120"/>
            <a:chExt cx="6474776" cy="1964055"/>
          </a:xfrm>
        </p:grpSpPr>
        <p:grpSp>
          <p:nvGrpSpPr>
            <p:cNvPr id="35" name="群組 34">
              <a:extLst>
                <a:ext uri="{FF2B5EF4-FFF2-40B4-BE49-F238E27FC236}">
                  <a16:creationId xmlns:a16="http://schemas.microsoft.com/office/drawing/2014/main" id="{9CEECEC9-F142-4690-BED7-00A4137AF38B}"/>
                </a:ext>
              </a:extLst>
            </p:cNvPr>
            <p:cNvGrpSpPr/>
            <p:nvPr/>
          </p:nvGrpSpPr>
          <p:grpSpPr>
            <a:xfrm>
              <a:off x="4324984" y="4389120"/>
              <a:ext cx="1964055" cy="1964055"/>
              <a:chOff x="4324984" y="4389120"/>
              <a:chExt cx="1964055" cy="1964055"/>
            </a:xfrm>
          </p:grpSpPr>
          <p:sp>
            <p:nvSpPr>
              <p:cNvPr id="15" name="橢圓 14">
                <a:extLst>
                  <a:ext uri="{FF2B5EF4-FFF2-40B4-BE49-F238E27FC236}">
                    <a16:creationId xmlns:a16="http://schemas.microsoft.com/office/drawing/2014/main" id="{7EACB739-E641-4DD1-B615-AF3BA1FBB75A}"/>
                  </a:ext>
                </a:extLst>
              </p:cNvPr>
              <p:cNvSpPr/>
              <p:nvPr/>
            </p:nvSpPr>
            <p:spPr>
              <a:xfrm>
                <a:off x="4324984" y="4389120"/>
                <a:ext cx="1964055" cy="1964055"/>
              </a:xfrm>
              <a:prstGeom prst="ellipse">
                <a:avLst/>
              </a:prstGeom>
              <a:gradFill flip="none" rotWithShape="1">
                <a:gsLst>
                  <a:gs pos="21000">
                    <a:schemeClr val="accent2">
                      <a:lumMod val="60000"/>
                      <a:lumOff val="40000"/>
                    </a:schemeClr>
                  </a:gs>
                  <a:gs pos="67000">
                    <a:schemeClr val="accent2">
                      <a:lumMod val="40000"/>
                      <a:lumOff val="60000"/>
                      <a:alpha val="2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9" name="文字方塊 18">
                <a:extLst>
                  <a:ext uri="{FF2B5EF4-FFF2-40B4-BE49-F238E27FC236}">
                    <a16:creationId xmlns:a16="http://schemas.microsoft.com/office/drawing/2014/main" id="{E3FDE601-C8B1-49DE-9696-EB2B1C3C2F63}"/>
                  </a:ext>
                </a:extLst>
              </p:cNvPr>
              <p:cNvSpPr txBox="1"/>
              <p:nvPr/>
            </p:nvSpPr>
            <p:spPr>
              <a:xfrm>
                <a:off x="4595811" y="5021818"/>
                <a:ext cx="1422400" cy="369332"/>
              </a:xfrm>
              <a:prstGeom prst="rect">
                <a:avLst/>
              </a:prstGeom>
              <a:noFill/>
            </p:spPr>
            <p:txBody>
              <a:bodyPr wrap="square">
                <a:spAutoFit/>
              </a:bodyPr>
              <a:lstStyle/>
              <a:p>
                <a:pPr algn="ctr"/>
                <a:r>
                  <a:rPr lang="en-US" altLang="zh-TW" b="1" i="0" cap="all" dirty="0">
                    <a:solidFill>
                      <a:srgbClr val="7A6252"/>
                    </a:solidFill>
                    <a:effectLst/>
                    <a:latin typeface="Inter"/>
                  </a:rPr>
                  <a:t>Videos</a:t>
                </a:r>
                <a:endParaRPr lang="zh-TW" altLang="en-US" dirty="0"/>
              </a:p>
            </p:txBody>
          </p:sp>
          <p:sp>
            <p:nvSpPr>
              <p:cNvPr id="21" name="文字方塊 20">
                <a:extLst>
                  <a:ext uri="{FF2B5EF4-FFF2-40B4-BE49-F238E27FC236}">
                    <a16:creationId xmlns:a16="http://schemas.microsoft.com/office/drawing/2014/main" id="{6C475BA6-C391-440F-9713-1355E745758C}"/>
                  </a:ext>
                </a:extLst>
              </p:cNvPr>
              <p:cNvSpPr txBox="1"/>
              <p:nvPr/>
            </p:nvSpPr>
            <p:spPr>
              <a:xfrm>
                <a:off x="4697411" y="5450681"/>
                <a:ext cx="1219200" cy="369332"/>
              </a:xfrm>
              <a:prstGeom prst="rect">
                <a:avLst/>
              </a:prstGeom>
              <a:noFill/>
            </p:spPr>
            <p:txBody>
              <a:bodyPr wrap="square">
                <a:spAutoFit/>
              </a:bodyPr>
              <a:lstStyle/>
              <a:p>
                <a:pPr algn="ctr"/>
                <a:r>
                  <a:rPr lang="en-US" altLang="zh-TW" b="1" i="0" dirty="0">
                    <a:solidFill>
                      <a:srgbClr val="D96A12"/>
                    </a:solidFill>
                    <a:effectLst/>
                    <a:latin typeface="Inter"/>
                  </a:rPr>
                  <a:t>279</a:t>
                </a:r>
                <a:endParaRPr lang="zh-TW" altLang="en-US" dirty="0"/>
              </a:p>
            </p:txBody>
          </p:sp>
        </p:grpSp>
        <p:grpSp>
          <p:nvGrpSpPr>
            <p:cNvPr id="34" name="群組 33">
              <a:extLst>
                <a:ext uri="{FF2B5EF4-FFF2-40B4-BE49-F238E27FC236}">
                  <a16:creationId xmlns:a16="http://schemas.microsoft.com/office/drawing/2014/main" id="{EFDD3F06-EC6A-4A89-832A-C173323FA77C}"/>
                </a:ext>
              </a:extLst>
            </p:cNvPr>
            <p:cNvGrpSpPr/>
            <p:nvPr/>
          </p:nvGrpSpPr>
          <p:grpSpPr>
            <a:xfrm>
              <a:off x="6580345" y="4389120"/>
              <a:ext cx="1964055" cy="1964055"/>
              <a:chOff x="6499223" y="4389120"/>
              <a:chExt cx="1964055" cy="1964055"/>
            </a:xfrm>
          </p:grpSpPr>
          <p:sp>
            <p:nvSpPr>
              <p:cNvPr id="22" name="橢圓 21">
                <a:extLst>
                  <a:ext uri="{FF2B5EF4-FFF2-40B4-BE49-F238E27FC236}">
                    <a16:creationId xmlns:a16="http://schemas.microsoft.com/office/drawing/2014/main" id="{CBB88E6E-A5F0-4CA2-9C79-9259A661C11D}"/>
                  </a:ext>
                </a:extLst>
              </p:cNvPr>
              <p:cNvSpPr/>
              <p:nvPr/>
            </p:nvSpPr>
            <p:spPr>
              <a:xfrm>
                <a:off x="6499223" y="4389120"/>
                <a:ext cx="1964055" cy="1964055"/>
              </a:xfrm>
              <a:prstGeom prst="ellipse">
                <a:avLst/>
              </a:prstGeom>
              <a:gradFill flip="none" rotWithShape="1">
                <a:gsLst>
                  <a:gs pos="21000">
                    <a:schemeClr val="accent2">
                      <a:lumMod val="60000"/>
                      <a:lumOff val="40000"/>
                    </a:schemeClr>
                  </a:gs>
                  <a:gs pos="67000">
                    <a:schemeClr val="accent2">
                      <a:lumMod val="40000"/>
                      <a:lumOff val="60000"/>
                      <a:alpha val="2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3" name="文字方塊 22">
                <a:extLst>
                  <a:ext uri="{FF2B5EF4-FFF2-40B4-BE49-F238E27FC236}">
                    <a16:creationId xmlns:a16="http://schemas.microsoft.com/office/drawing/2014/main" id="{465C2C9F-F61A-4775-89D0-31479A3D4C46}"/>
                  </a:ext>
                </a:extLst>
              </p:cNvPr>
              <p:cNvSpPr txBox="1"/>
              <p:nvPr/>
            </p:nvSpPr>
            <p:spPr>
              <a:xfrm>
                <a:off x="6770050" y="5021818"/>
                <a:ext cx="1422400" cy="369332"/>
              </a:xfrm>
              <a:prstGeom prst="rect">
                <a:avLst/>
              </a:prstGeom>
              <a:noFill/>
            </p:spPr>
            <p:txBody>
              <a:bodyPr wrap="square">
                <a:spAutoFit/>
              </a:bodyPr>
              <a:lstStyle/>
              <a:p>
                <a:pPr algn="ctr"/>
                <a:r>
                  <a:rPr lang="en-US" altLang="zh-TW" b="1" i="0" cap="all" dirty="0">
                    <a:solidFill>
                      <a:srgbClr val="7A6252"/>
                    </a:solidFill>
                    <a:effectLst/>
                    <a:latin typeface="Inter"/>
                  </a:rPr>
                  <a:t>Members</a:t>
                </a:r>
                <a:endParaRPr lang="zh-TW" altLang="en-US" dirty="0"/>
              </a:p>
            </p:txBody>
          </p:sp>
          <p:sp>
            <p:nvSpPr>
              <p:cNvPr id="24" name="文字方塊 23">
                <a:extLst>
                  <a:ext uri="{FF2B5EF4-FFF2-40B4-BE49-F238E27FC236}">
                    <a16:creationId xmlns:a16="http://schemas.microsoft.com/office/drawing/2014/main" id="{5E44DA1C-DA8F-4244-92B3-4FEB60A0BE97}"/>
                  </a:ext>
                </a:extLst>
              </p:cNvPr>
              <p:cNvSpPr txBox="1"/>
              <p:nvPr/>
            </p:nvSpPr>
            <p:spPr>
              <a:xfrm>
                <a:off x="6871650" y="5450681"/>
                <a:ext cx="1219200" cy="369332"/>
              </a:xfrm>
              <a:prstGeom prst="rect">
                <a:avLst/>
              </a:prstGeom>
              <a:noFill/>
            </p:spPr>
            <p:txBody>
              <a:bodyPr wrap="square">
                <a:spAutoFit/>
              </a:bodyPr>
              <a:lstStyle/>
              <a:p>
                <a:pPr algn="ctr"/>
                <a:r>
                  <a:rPr lang="en-US" altLang="zh-TW" b="1" i="0" dirty="0">
                    <a:solidFill>
                      <a:srgbClr val="D96A12"/>
                    </a:solidFill>
                    <a:effectLst/>
                    <a:latin typeface="Inter"/>
                  </a:rPr>
                  <a:t>76</a:t>
                </a:r>
                <a:endParaRPr lang="zh-TW" altLang="en-US" dirty="0"/>
              </a:p>
            </p:txBody>
          </p:sp>
        </p:grpSp>
        <p:grpSp>
          <p:nvGrpSpPr>
            <p:cNvPr id="32" name="群組 31">
              <a:extLst>
                <a:ext uri="{FF2B5EF4-FFF2-40B4-BE49-F238E27FC236}">
                  <a16:creationId xmlns:a16="http://schemas.microsoft.com/office/drawing/2014/main" id="{10C4EB8E-C571-41CD-80E3-D93E7627043D}"/>
                </a:ext>
              </a:extLst>
            </p:cNvPr>
            <p:cNvGrpSpPr/>
            <p:nvPr/>
          </p:nvGrpSpPr>
          <p:grpSpPr>
            <a:xfrm>
              <a:off x="8835705" y="4389120"/>
              <a:ext cx="1964055" cy="1964055"/>
              <a:chOff x="8835705" y="4389120"/>
              <a:chExt cx="1964055" cy="1964055"/>
            </a:xfrm>
          </p:grpSpPr>
          <p:sp>
            <p:nvSpPr>
              <p:cNvPr id="25" name="橢圓 24">
                <a:extLst>
                  <a:ext uri="{FF2B5EF4-FFF2-40B4-BE49-F238E27FC236}">
                    <a16:creationId xmlns:a16="http://schemas.microsoft.com/office/drawing/2014/main" id="{CBE9B1AF-FB79-4732-AED4-B619D33587C6}"/>
                  </a:ext>
                </a:extLst>
              </p:cNvPr>
              <p:cNvSpPr/>
              <p:nvPr/>
            </p:nvSpPr>
            <p:spPr>
              <a:xfrm>
                <a:off x="8835705" y="4389120"/>
                <a:ext cx="1964055" cy="1964055"/>
              </a:xfrm>
              <a:prstGeom prst="ellipse">
                <a:avLst/>
              </a:prstGeom>
              <a:gradFill flip="none" rotWithShape="1">
                <a:gsLst>
                  <a:gs pos="21000">
                    <a:schemeClr val="accent2">
                      <a:lumMod val="60000"/>
                      <a:lumOff val="40000"/>
                    </a:schemeClr>
                  </a:gs>
                  <a:gs pos="67000">
                    <a:schemeClr val="accent2">
                      <a:lumMod val="40000"/>
                      <a:lumOff val="60000"/>
                      <a:alpha val="2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6" name="文字方塊 25">
                <a:extLst>
                  <a:ext uri="{FF2B5EF4-FFF2-40B4-BE49-F238E27FC236}">
                    <a16:creationId xmlns:a16="http://schemas.microsoft.com/office/drawing/2014/main" id="{A4513CEB-69E3-4422-9592-776350AFAB30}"/>
                  </a:ext>
                </a:extLst>
              </p:cNvPr>
              <p:cNvSpPr txBox="1"/>
              <p:nvPr/>
            </p:nvSpPr>
            <p:spPr>
              <a:xfrm>
                <a:off x="9106532" y="5021818"/>
                <a:ext cx="1422400" cy="369332"/>
              </a:xfrm>
              <a:prstGeom prst="rect">
                <a:avLst/>
              </a:prstGeom>
              <a:noFill/>
            </p:spPr>
            <p:txBody>
              <a:bodyPr wrap="square">
                <a:spAutoFit/>
              </a:bodyPr>
              <a:lstStyle/>
              <a:p>
                <a:pPr algn="ctr"/>
                <a:r>
                  <a:rPr lang="en-US" altLang="zh-TW" b="1" i="0" cap="all" dirty="0">
                    <a:solidFill>
                      <a:srgbClr val="7A6252"/>
                    </a:solidFill>
                    <a:effectLst/>
                    <a:latin typeface="Inter"/>
                  </a:rPr>
                  <a:t>Hours</a:t>
                </a:r>
                <a:endParaRPr lang="zh-TW" altLang="en-US" dirty="0"/>
              </a:p>
            </p:txBody>
          </p:sp>
          <p:sp>
            <p:nvSpPr>
              <p:cNvPr id="27" name="文字方塊 26">
                <a:extLst>
                  <a:ext uri="{FF2B5EF4-FFF2-40B4-BE49-F238E27FC236}">
                    <a16:creationId xmlns:a16="http://schemas.microsoft.com/office/drawing/2014/main" id="{796481AA-CE7B-475F-ADED-AB65DFD21BC9}"/>
                  </a:ext>
                </a:extLst>
              </p:cNvPr>
              <p:cNvSpPr txBox="1"/>
              <p:nvPr/>
            </p:nvSpPr>
            <p:spPr>
              <a:xfrm>
                <a:off x="9208132" y="5450681"/>
                <a:ext cx="1219200" cy="369332"/>
              </a:xfrm>
              <a:prstGeom prst="rect">
                <a:avLst/>
              </a:prstGeom>
              <a:noFill/>
            </p:spPr>
            <p:txBody>
              <a:bodyPr wrap="square">
                <a:spAutoFit/>
              </a:bodyPr>
              <a:lstStyle/>
              <a:p>
                <a:pPr algn="ctr"/>
                <a:r>
                  <a:rPr lang="en-US" altLang="zh-TW" b="1" i="0" dirty="0">
                    <a:solidFill>
                      <a:srgbClr val="D96A12"/>
                    </a:solidFill>
                    <a:effectLst/>
                    <a:latin typeface="Inter"/>
                  </a:rPr>
                  <a:t>907</a:t>
                </a:r>
                <a:endParaRPr lang="zh-TW" altLang="en-US" dirty="0"/>
              </a:p>
            </p:txBody>
          </p:sp>
        </p:grpSp>
      </p:grpSp>
      <p:sp>
        <p:nvSpPr>
          <p:cNvPr id="29" name="文字方塊 28">
            <a:extLst>
              <a:ext uri="{FF2B5EF4-FFF2-40B4-BE49-F238E27FC236}">
                <a16:creationId xmlns:a16="http://schemas.microsoft.com/office/drawing/2014/main" id="{F5124E1B-5885-4536-8690-1F00C4A2E646}"/>
              </a:ext>
            </a:extLst>
          </p:cNvPr>
          <p:cNvSpPr txBox="1"/>
          <p:nvPr/>
        </p:nvSpPr>
        <p:spPr>
          <a:xfrm>
            <a:off x="4479900" y="1744147"/>
            <a:ext cx="6343016" cy="923330"/>
          </a:xfrm>
          <a:prstGeom prst="rect">
            <a:avLst/>
          </a:prstGeom>
          <a:noFill/>
        </p:spPr>
        <p:txBody>
          <a:bodyPr wrap="square">
            <a:spAutoFit/>
          </a:bodyPr>
          <a:lstStyle/>
          <a:p>
            <a:r>
              <a:rPr lang="zh-TW" altLang="en-US" b="0" i="0" dirty="0">
                <a:solidFill>
                  <a:srgbClr val="7A6252"/>
                </a:solidFill>
                <a:effectLst/>
                <a:latin typeface="Inter"/>
              </a:rPr>
              <a:t>個人介紹個人介紹個人介紹個人介紹個人介紹個人介紹個人介紹個人介紹個人介紹個人介紹個人介紹個人介紹個人介紹個人介紹個人介紹個人介紹個人介紹個人介紹個人介紹</a:t>
            </a:r>
            <a:endParaRPr lang="zh-TW" altLang="en-US" dirty="0"/>
          </a:p>
        </p:txBody>
      </p:sp>
      <p:sp>
        <p:nvSpPr>
          <p:cNvPr id="28" name="橢圓 27">
            <a:extLst>
              <a:ext uri="{FF2B5EF4-FFF2-40B4-BE49-F238E27FC236}">
                <a16:creationId xmlns:a16="http://schemas.microsoft.com/office/drawing/2014/main" id="{505ADA31-63C8-421F-8F29-D5BCD5F5F39B}"/>
              </a:ext>
            </a:extLst>
          </p:cNvPr>
          <p:cNvSpPr/>
          <p:nvPr/>
        </p:nvSpPr>
        <p:spPr>
          <a:xfrm>
            <a:off x="4460240" y="3629024"/>
            <a:ext cx="254000" cy="25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altLang="zh-TW" dirty="0"/>
              <a:t>X</a:t>
            </a:r>
            <a:endParaRPr lang="zh-TW" altLang="en-US" dirty="0"/>
          </a:p>
        </p:txBody>
      </p:sp>
      <p:sp>
        <p:nvSpPr>
          <p:cNvPr id="31" name="橢圓 30">
            <a:extLst>
              <a:ext uri="{FF2B5EF4-FFF2-40B4-BE49-F238E27FC236}">
                <a16:creationId xmlns:a16="http://schemas.microsoft.com/office/drawing/2014/main" id="{5E53D96E-847A-4B33-B0D5-232436B7C9E9}"/>
              </a:ext>
            </a:extLst>
          </p:cNvPr>
          <p:cNvSpPr/>
          <p:nvPr/>
        </p:nvSpPr>
        <p:spPr>
          <a:xfrm>
            <a:off x="4809171" y="3629024"/>
            <a:ext cx="254000" cy="254000"/>
          </a:xfrm>
          <a:prstGeom prst="ellipse">
            <a:avLst/>
          </a:prstGeom>
          <a:solidFill>
            <a:srgbClr val="FF0000"/>
          </a:solidFill>
        </p:spPr>
        <p:style>
          <a:lnRef idx="2">
            <a:schemeClr val="dk1">
              <a:shade val="50000"/>
            </a:schemeClr>
          </a:lnRef>
          <a:fillRef idx="1">
            <a:schemeClr val="dk1"/>
          </a:fillRef>
          <a:effectRef idx="0">
            <a:schemeClr val="dk1"/>
          </a:effectRef>
          <a:fontRef idx="minor">
            <a:schemeClr val="lt1"/>
          </a:fontRef>
        </p:style>
        <p:txBody>
          <a:bodyPr lIns="0" tIns="0" rIns="0" bIns="0" rtlCol="0" anchor="ctr"/>
          <a:lstStyle/>
          <a:p>
            <a:pPr algn="ctr"/>
            <a:r>
              <a:rPr lang="en-US" altLang="zh-TW" sz="1200" dirty="0"/>
              <a:t>YT</a:t>
            </a:r>
            <a:endParaRPr lang="zh-TW" altLang="en-US" sz="1200" dirty="0"/>
          </a:p>
        </p:txBody>
      </p:sp>
      <p:sp>
        <p:nvSpPr>
          <p:cNvPr id="33" name="文字方塊 32">
            <a:extLst>
              <a:ext uri="{FF2B5EF4-FFF2-40B4-BE49-F238E27FC236}">
                <a16:creationId xmlns:a16="http://schemas.microsoft.com/office/drawing/2014/main" id="{A0FEDA73-201D-4D46-A39E-1AD537D6E2FE}"/>
              </a:ext>
            </a:extLst>
          </p:cNvPr>
          <p:cNvSpPr txBox="1"/>
          <p:nvPr/>
        </p:nvSpPr>
        <p:spPr>
          <a:xfrm>
            <a:off x="9656445" y="6543673"/>
            <a:ext cx="2783840" cy="369332"/>
          </a:xfrm>
          <a:prstGeom prst="rect">
            <a:avLst/>
          </a:prstGeom>
          <a:noFill/>
        </p:spPr>
        <p:txBody>
          <a:bodyPr wrap="square">
            <a:spAutoFit/>
          </a:bodyPr>
          <a:lstStyle/>
          <a:p>
            <a:r>
              <a:rPr lang="en-US" altLang="zh-TW" b="1" i="0" dirty="0">
                <a:solidFill>
                  <a:srgbClr val="7A6252"/>
                </a:solidFill>
                <a:effectLst/>
                <a:latin typeface="Inter"/>
              </a:rPr>
              <a:t>Last updated: 2026-05-05</a:t>
            </a:r>
            <a:endParaRPr lang="zh-TW" altLang="en-US" dirty="0"/>
          </a:p>
        </p:txBody>
      </p:sp>
      <p:grpSp>
        <p:nvGrpSpPr>
          <p:cNvPr id="36" name="群組 35">
            <a:extLst>
              <a:ext uri="{FF2B5EF4-FFF2-40B4-BE49-F238E27FC236}">
                <a16:creationId xmlns:a16="http://schemas.microsoft.com/office/drawing/2014/main" id="{081457F5-1772-47ED-9A9A-7D618D30ABA2}"/>
              </a:ext>
            </a:extLst>
          </p:cNvPr>
          <p:cNvGrpSpPr/>
          <p:nvPr/>
        </p:nvGrpSpPr>
        <p:grpSpPr>
          <a:xfrm>
            <a:off x="5903911" y="2782727"/>
            <a:ext cx="4919005" cy="1440000"/>
            <a:chOff x="5903911" y="2782727"/>
            <a:chExt cx="4919005" cy="1440000"/>
          </a:xfrm>
        </p:grpSpPr>
        <p:pic>
          <p:nvPicPr>
            <p:cNvPr id="1028" name="Picture 4" descr="画像">
              <a:extLst>
                <a:ext uri="{FF2B5EF4-FFF2-40B4-BE49-F238E27FC236}">
                  <a16:creationId xmlns:a16="http://schemas.microsoft.com/office/drawing/2014/main" id="{551728ED-B263-4326-88EB-3BB8A8D8B9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916" y="2782727"/>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FC74ABD8-9D79-4FD6-8CDA-C5375A36836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53414" y="2782727"/>
              <a:ext cx="1440000" cy="1440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a:extLst>
                <a:ext uri="{FF2B5EF4-FFF2-40B4-BE49-F238E27FC236}">
                  <a16:creationId xmlns:a16="http://schemas.microsoft.com/office/drawing/2014/main" id="{FCEFF594-67AE-4444-9A14-9A4F09C647D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03911" y="2782727"/>
              <a:ext cx="1440000" cy="144000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898584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55</Words>
  <Application>Microsoft Office PowerPoint</Application>
  <PresentationFormat>寬螢幕</PresentationFormat>
  <Paragraphs>11</Paragraphs>
  <Slides>1</Slides>
  <Notes>0</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vt:i4>
      </vt:variant>
    </vt:vector>
  </HeadingPairs>
  <TitlesOfParts>
    <vt:vector size="7" baseType="lpstr">
      <vt:lpstr>Inter</vt:lpstr>
      <vt:lpstr>system-ui</vt:lpstr>
      <vt:lpstr>Arial</vt:lpstr>
      <vt:lpstr>Calibri</vt:lpstr>
      <vt:lpstr>Calibri Light</vt:lpstr>
      <vt:lpstr>Office 佈景主題</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MING CHI HSIAO</dc:creator>
  <cp:lastModifiedBy>MING CHI HSIAO</cp:lastModifiedBy>
  <cp:revision>4</cp:revision>
  <dcterms:created xsi:type="dcterms:W3CDTF">2026-05-25T14:31:41Z</dcterms:created>
  <dcterms:modified xsi:type="dcterms:W3CDTF">2026-05-25T15:01:37Z</dcterms:modified>
</cp:coreProperties>
</file>
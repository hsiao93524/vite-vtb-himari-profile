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6" r:id="rId10"/>
    <p:sldId id="267" r:id="rId11"/>
    <p:sldId id="268" r:id="rId12"/>
    <p:sldId id="270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98" autoAdjust="0"/>
  </p:normalViewPr>
  <p:slideViewPr>
    <p:cSldViewPr snapToGrid="0">
      <p:cViewPr varScale="1">
        <p:scale>
          <a:sx n="50" d="100"/>
          <a:sy n="50" d="100"/>
        </p:scale>
        <p:origin x="78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工作表1!$B$1</c:f>
              <c:strCache>
                <c:ptCount val="1"/>
                <c:pt idx="0">
                  <c:v>欄1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D8C-4308-9FE4-32A62E09457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D8C-4308-9FE4-32A62E09457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5995-4061-9109-A2598C5206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工作表1!$A$2:$A$4</c:f>
              <c:strCache>
                <c:ptCount val="3"/>
                <c:pt idx="0">
                  <c:v>Game</c:v>
                </c:pt>
                <c:pt idx="1">
                  <c:v>Music</c:v>
                </c:pt>
                <c:pt idx="2">
                  <c:v>Talk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11</c:v>
                </c:pt>
                <c:pt idx="1">
                  <c:v>1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95-4061-9109-A2598C5206F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4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345716134637982"/>
          <c:y val="0.9021115005340371"/>
          <c:w val="0.51308554371448778"/>
          <c:h val="9.7888499465962897E-2"/>
        </c:manualLayout>
      </c:layout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7708D1-5880-478C-A227-448D9BF5D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301EA7E-005B-4E02-A1D3-C051A43F8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DC0370-7E2D-4FA3-93F4-913FDA3ED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92332F-2DB5-4622-92BD-98E2BC23B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9BBB40-43AE-48D2-9808-601CC6FF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963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93F3B-B17A-417A-AFA3-86D7C59D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55099B-30FF-4657-9482-73E889DF6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627564-A3F8-4F21-9989-489630D84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8220E8-55DF-49C2-8F38-03029F4D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72A254-A681-401B-8822-FE29F2CA9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3423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3626D9-3D36-4C53-9E18-82FA2DC0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4CB131A-84EB-4143-84F6-89191C843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8D35BB-2A15-4E7C-AE78-887528E7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B81A6B-31DE-4C04-B6F5-6218FFF8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25A1AA-52FF-4F03-BB6E-796C6879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8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AC085F-6B25-490F-BBB3-3542A4302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4A2C15-BFB9-403F-BA5B-4325DB99F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EECACB4-DD33-426A-9E49-B3BFA49CB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A3C651-AB3A-4892-A9E8-FC655AA3A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FB97B14-5CE6-4731-99F5-423B94BF3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291B5D-B873-421F-A5FA-1F5041AE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1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168E5F-0F65-4CD6-98BD-C568BB247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5D35BC-1228-42A5-BC9E-EF379A09B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051866-3CB5-4E7C-B705-18DE0CEA3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9AA1843-9D14-4C52-8096-64C6E792C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7ED3F3D-93A2-41DF-9E79-750AD8731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0EEF8C6-34F3-474F-9446-1DBB93D79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5188BD0-E7F9-4BB0-A1D0-B04FE055B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D7FDA50-F1B3-4FF2-939B-13ADF3957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689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E7B7C2-BA1F-48A5-A552-2B5CAF7F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CB05403-4DCD-44B3-9179-C9B0D55D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D254D86-F9BC-43B2-A0C3-83ADCD57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2AB88D-1C58-4E19-A231-A1D2CD33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77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019EE5E-CB8A-4348-ABA2-BDC2A2F42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9A88C99-D3E2-4359-8DC7-B8679BC3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460EC8-B260-4392-98D4-A5E42677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565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A5A6B7-048B-4F63-AA4A-7C5AD65F7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E13B8F-697B-4A8E-B034-7730E3266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AEF760-BB46-4B13-9AFB-A0945BC56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3A8246-EF3A-4D71-9372-DA5BB442B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3FF94F1-3655-45AA-9560-9FE5B3C1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8A9033-6886-4A0F-9F8B-3757407A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62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5A5CCC-BF59-4390-8669-6972EC256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4671943-551C-4E05-A402-2455AA6503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F1830B7-CCA3-40DB-9A77-ACDBCA144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9E37C8-D8A4-4AAE-A92B-0B7E6477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944C59-CFE8-4BC1-907B-54388030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AE7808-8F22-49CA-BED8-ABFF8796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309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FAB04-8104-409B-812E-98790AB0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59FB7FB-0827-40EC-B05E-580A2CE1C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39581F-CD2E-4470-A20A-11560432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050B1F-B5F3-4F90-A445-B99796E6F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149B7-17CF-4037-9D08-E86938C64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140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189AAE6-F840-456F-B656-CABE098CC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C6895EF-B36C-447B-8CC2-CCD8AA2F3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62780F-AA7C-41DE-A408-51B7A2AB8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92F014-7130-460C-BB96-0BE026D4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5FFE05-B919-4844-B7BC-74237BDA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18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A8F9989-43D1-45A3-AB88-D16137F02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F76B02-2230-4EFD-84C9-07B7A30A6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89B5D7-CF9D-4D73-99C6-9288B4F68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34B7E-D67D-4AB0-BC74-4D36A2C6809E}" type="datetimeFigureOut">
              <a:rPr lang="zh-TW" altLang="en-US" smtClean="0"/>
              <a:t>26/08/08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249917-C54E-4656-80D2-DFAC4F5FA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9D8336-A30F-47DD-8030-98CB9634D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32336-125F-414A-91B3-A56B805D13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888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群組 91">
            <a:extLst>
              <a:ext uri="{FF2B5EF4-FFF2-40B4-BE49-F238E27FC236}">
                <a16:creationId xmlns:a16="http://schemas.microsoft.com/office/drawing/2014/main" id="{28EC68E9-EBEC-44E8-B9C3-1DD27BC57DE6}"/>
              </a:ext>
            </a:extLst>
          </p:cNvPr>
          <p:cNvGrpSpPr/>
          <p:nvPr/>
        </p:nvGrpSpPr>
        <p:grpSpPr>
          <a:xfrm>
            <a:off x="1066183" y="971775"/>
            <a:ext cx="10108337" cy="5116772"/>
            <a:chOff x="1066183" y="971775"/>
            <a:chExt cx="10108337" cy="511677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1732492-66F4-4132-A246-5EBDA19B779E}"/>
                </a:ext>
              </a:extLst>
            </p:cNvPr>
            <p:cNvSpPr/>
            <p:nvPr/>
          </p:nvSpPr>
          <p:spPr>
            <a:xfrm>
              <a:off x="1066183" y="971775"/>
              <a:ext cx="10059634" cy="511677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B1C442F5-CAA6-4A0A-9470-BCFD0DCBFF3B}"/>
                </a:ext>
              </a:extLst>
            </p:cNvPr>
            <p:cNvGrpSpPr/>
            <p:nvPr/>
          </p:nvGrpSpPr>
          <p:grpSpPr>
            <a:xfrm>
              <a:off x="1652876" y="2630485"/>
              <a:ext cx="8875474" cy="2661962"/>
              <a:chOff x="1738298" y="2051750"/>
              <a:chExt cx="8875474" cy="2661962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2F3B431F-E604-478A-8A1B-8C0FBA41BA8A}"/>
                  </a:ext>
                </a:extLst>
              </p:cNvPr>
              <p:cNvSpPr/>
              <p:nvPr/>
            </p:nvSpPr>
            <p:spPr>
              <a:xfrm>
                <a:off x="266007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3A6D5B3F-E930-4E47-A176-B4D517C64E7F}"/>
                  </a:ext>
                </a:extLst>
              </p:cNvPr>
              <p:cNvSpPr/>
              <p:nvPr/>
            </p:nvSpPr>
            <p:spPr>
              <a:xfrm>
                <a:off x="327823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36B63D7-EE6D-4258-9FF7-F2CDE8174B09}"/>
                  </a:ext>
                </a:extLst>
              </p:cNvPr>
              <p:cNvSpPr/>
              <p:nvPr/>
            </p:nvSpPr>
            <p:spPr>
              <a:xfrm>
                <a:off x="389640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AC5B1994-2412-484C-9402-1146406E655B}"/>
                  </a:ext>
                </a:extLst>
              </p:cNvPr>
              <p:cNvSpPr/>
              <p:nvPr/>
            </p:nvSpPr>
            <p:spPr>
              <a:xfrm>
                <a:off x="451456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C804D328-0492-435A-9FE1-244FF2F68B4A}"/>
                  </a:ext>
                </a:extLst>
              </p:cNvPr>
              <p:cNvSpPr/>
              <p:nvPr/>
            </p:nvSpPr>
            <p:spPr>
              <a:xfrm>
                <a:off x="513273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47643C47-9C0C-46F8-AC44-D6E9CD5B7CBE}"/>
                  </a:ext>
                </a:extLst>
              </p:cNvPr>
              <p:cNvSpPr/>
              <p:nvPr/>
            </p:nvSpPr>
            <p:spPr>
              <a:xfrm>
                <a:off x="575089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FDBC9AB4-D9E7-4A10-B5F4-A554163684EA}"/>
                  </a:ext>
                </a:extLst>
              </p:cNvPr>
              <p:cNvSpPr/>
              <p:nvPr/>
            </p:nvSpPr>
            <p:spPr>
              <a:xfrm>
                <a:off x="636906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5CEE54C1-0387-4771-B0A7-858E76D185F1}"/>
                  </a:ext>
                </a:extLst>
              </p:cNvPr>
              <p:cNvSpPr/>
              <p:nvPr/>
            </p:nvSpPr>
            <p:spPr>
              <a:xfrm>
                <a:off x="698722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A4976902-EC8E-4BA4-A1D1-21B7623C8305}"/>
                  </a:ext>
                </a:extLst>
              </p:cNvPr>
              <p:cNvSpPr/>
              <p:nvPr/>
            </p:nvSpPr>
            <p:spPr>
              <a:xfrm>
                <a:off x="760539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3E4EA3A0-B468-4D2D-A465-A081D0A0DC4A}"/>
                  </a:ext>
                </a:extLst>
              </p:cNvPr>
              <p:cNvSpPr/>
              <p:nvPr/>
            </p:nvSpPr>
            <p:spPr>
              <a:xfrm>
                <a:off x="822355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7EF8EB5D-7819-4765-9929-EBB87D1820E2}"/>
                  </a:ext>
                </a:extLst>
              </p:cNvPr>
              <p:cNvSpPr/>
              <p:nvPr/>
            </p:nvSpPr>
            <p:spPr>
              <a:xfrm>
                <a:off x="884172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9B3133A9-01D3-4A93-BCD4-D1B0669D6DCC}"/>
                  </a:ext>
                </a:extLst>
              </p:cNvPr>
              <p:cNvSpPr/>
              <p:nvPr/>
            </p:nvSpPr>
            <p:spPr>
              <a:xfrm>
                <a:off x="9459886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D2A3C00-FE18-4459-85BB-1BEB5585647F}"/>
                  </a:ext>
                </a:extLst>
              </p:cNvPr>
              <p:cNvSpPr/>
              <p:nvPr/>
            </p:nvSpPr>
            <p:spPr>
              <a:xfrm>
                <a:off x="2660073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069168D9-5252-4C19-9A43-80E098038EE1}"/>
                  </a:ext>
                </a:extLst>
              </p:cNvPr>
              <p:cNvSpPr/>
              <p:nvPr/>
            </p:nvSpPr>
            <p:spPr>
              <a:xfrm>
                <a:off x="266007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7C9E0469-5BD3-45A7-A776-2A441DEC47D9}"/>
                  </a:ext>
                </a:extLst>
              </p:cNvPr>
              <p:cNvSpPr/>
              <p:nvPr/>
            </p:nvSpPr>
            <p:spPr>
              <a:xfrm>
                <a:off x="266007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652426F-1E46-457A-95AB-263B54B5EB4F}"/>
                  </a:ext>
                </a:extLst>
              </p:cNvPr>
              <p:cNvSpPr txBox="1"/>
              <p:nvPr/>
            </p:nvSpPr>
            <p:spPr>
              <a:xfrm>
                <a:off x="2589220" y="2051750"/>
                <a:ext cx="490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Jan</a:t>
                </a:r>
                <a:endParaRPr lang="zh-TW" altLang="en-US" dirty="0"/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E5390790-0FE3-47CE-9676-7B36DADC3AD1}"/>
                  </a:ext>
                </a:extLst>
              </p:cNvPr>
              <p:cNvSpPr txBox="1"/>
              <p:nvPr/>
            </p:nvSpPr>
            <p:spPr>
              <a:xfrm>
                <a:off x="3190650" y="2051750"/>
                <a:ext cx="5243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Feb</a:t>
                </a:r>
                <a:endParaRPr lang="zh-TW" altLang="en-US" dirty="0"/>
              </a:p>
            </p:txBody>
          </p:sp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A8B3264-CE2C-48EB-82F9-6C727D191EFB}"/>
                  </a:ext>
                </a:extLst>
              </p:cNvPr>
              <p:cNvSpPr txBox="1"/>
              <p:nvPr/>
            </p:nvSpPr>
            <p:spPr>
              <a:xfrm>
                <a:off x="3784673" y="2051750"/>
                <a:ext cx="5725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Mar</a:t>
                </a:r>
                <a:endParaRPr lang="zh-TW" altLang="en-US" dirty="0"/>
              </a:p>
            </p:txBody>
          </p: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78FEE5DB-C033-4B88-98FC-67BE798898BF}"/>
                  </a:ext>
                </a:extLst>
              </p:cNvPr>
              <p:cNvSpPr txBox="1"/>
              <p:nvPr/>
            </p:nvSpPr>
            <p:spPr>
              <a:xfrm>
                <a:off x="4429288" y="2051750"/>
                <a:ext cx="519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Apr</a:t>
                </a:r>
                <a:endParaRPr lang="zh-TW" altLang="en-US" dirty="0"/>
              </a:p>
            </p:txBody>
          </p: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39DECE08-5929-4FF9-AE57-A9B04478F263}"/>
                  </a:ext>
                </a:extLst>
              </p:cNvPr>
              <p:cNvSpPr txBox="1"/>
              <p:nvPr/>
            </p:nvSpPr>
            <p:spPr>
              <a:xfrm>
                <a:off x="5011129" y="2051750"/>
                <a:ext cx="592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May</a:t>
                </a:r>
                <a:endParaRPr lang="zh-TW" altLang="en-US" dirty="0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A39375D3-A25C-474F-81E1-C1E79635DAAC}"/>
                  </a:ext>
                </a:extLst>
              </p:cNvPr>
              <p:cNvSpPr txBox="1"/>
              <p:nvPr/>
            </p:nvSpPr>
            <p:spPr>
              <a:xfrm>
                <a:off x="5674435" y="2051750"/>
                <a:ext cx="502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Jun</a:t>
                </a:r>
                <a:endParaRPr lang="zh-TW" altLang="en-US" dirty="0"/>
              </a:p>
            </p:txBody>
          </p:sp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6A6C95B8-83AA-4DED-B52A-D110E8670F47}"/>
                  </a:ext>
                </a:extLst>
              </p:cNvPr>
              <p:cNvSpPr txBox="1"/>
              <p:nvPr/>
            </p:nvSpPr>
            <p:spPr>
              <a:xfrm>
                <a:off x="6327065" y="205175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Jul</a:t>
                </a:r>
                <a:endParaRPr lang="zh-TW" altLang="en-US" dirty="0"/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76BD5970-6728-4868-8F3C-66768450835A}"/>
                  </a:ext>
                </a:extLst>
              </p:cNvPr>
              <p:cNvSpPr txBox="1"/>
              <p:nvPr/>
            </p:nvSpPr>
            <p:spPr>
              <a:xfrm>
                <a:off x="9364186" y="2051750"/>
                <a:ext cx="5405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Dec</a:t>
                </a:r>
                <a:endParaRPr lang="zh-TW" altLang="en-US" dirty="0"/>
              </a:p>
            </p:txBody>
          </p: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B216C090-FD45-4DD0-9763-179CB87FB4C8}"/>
                  </a:ext>
                </a:extLst>
              </p:cNvPr>
              <p:cNvSpPr txBox="1"/>
              <p:nvPr/>
            </p:nvSpPr>
            <p:spPr>
              <a:xfrm>
                <a:off x="8736918" y="2051750"/>
                <a:ext cx="558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Nov</a:t>
                </a:r>
                <a:endParaRPr lang="zh-TW" altLang="en-US" dirty="0"/>
              </a:p>
            </p:txBody>
          </p: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50CCCFD-3C9F-48DA-8508-5DB6F9D01E22}"/>
                  </a:ext>
                </a:extLst>
              </p:cNvPr>
              <p:cNvSpPr txBox="1"/>
              <p:nvPr/>
            </p:nvSpPr>
            <p:spPr>
              <a:xfrm>
                <a:off x="8142285" y="2051750"/>
                <a:ext cx="511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Oct</a:t>
                </a:r>
                <a:endParaRPr lang="zh-TW" altLang="en-US" dirty="0"/>
              </a:p>
            </p:txBody>
          </p:sp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E77CF928-8BDC-4091-B5A8-AD8D57F4C614}"/>
                  </a:ext>
                </a:extLst>
              </p:cNvPr>
              <p:cNvSpPr txBox="1"/>
              <p:nvPr/>
            </p:nvSpPr>
            <p:spPr>
              <a:xfrm>
                <a:off x="7516106" y="2051750"/>
                <a:ext cx="527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Sep</a:t>
                </a:r>
                <a:endParaRPr lang="zh-TW" altLang="en-US" dirty="0"/>
              </a:p>
            </p:txBody>
          </p:sp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9D175CE-D90F-4665-BB72-6BA80C6EBD4C}"/>
                  </a:ext>
                </a:extLst>
              </p:cNvPr>
              <p:cNvSpPr txBox="1"/>
              <p:nvPr/>
            </p:nvSpPr>
            <p:spPr>
              <a:xfrm>
                <a:off x="6887521" y="2051750"/>
                <a:ext cx="548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Aug</a:t>
                </a:r>
                <a:endParaRPr lang="zh-TW" altLang="en-US" dirty="0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EC4C5692-AF1A-474D-B842-DA5C4754D86E}"/>
                  </a:ext>
                </a:extLst>
              </p:cNvPr>
              <p:cNvSpPr/>
              <p:nvPr/>
            </p:nvSpPr>
            <p:spPr>
              <a:xfrm>
                <a:off x="327823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59A2C19-311B-4634-AE42-8BBD96BC2E4C}"/>
                  </a:ext>
                </a:extLst>
              </p:cNvPr>
              <p:cNvSpPr/>
              <p:nvPr/>
            </p:nvSpPr>
            <p:spPr>
              <a:xfrm>
                <a:off x="389640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3076D657-3D2F-4C0E-A6D7-E707DD75025B}"/>
                  </a:ext>
                </a:extLst>
              </p:cNvPr>
              <p:cNvSpPr/>
              <p:nvPr/>
            </p:nvSpPr>
            <p:spPr>
              <a:xfrm>
                <a:off x="451456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102C3672-F4F7-446C-962D-8EA2880C7C5C}"/>
                  </a:ext>
                </a:extLst>
              </p:cNvPr>
              <p:cNvSpPr/>
              <p:nvPr/>
            </p:nvSpPr>
            <p:spPr>
              <a:xfrm>
                <a:off x="513273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50A3FFA-0CE7-4F41-B5BB-A7C2B40442AC}"/>
                  </a:ext>
                </a:extLst>
              </p:cNvPr>
              <p:cNvSpPr/>
              <p:nvPr/>
            </p:nvSpPr>
            <p:spPr>
              <a:xfrm>
                <a:off x="575089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766ABC7D-B94D-495A-9C9C-9EE7E4D379D9}"/>
                  </a:ext>
                </a:extLst>
              </p:cNvPr>
              <p:cNvSpPr/>
              <p:nvPr/>
            </p:nvSpPr>
            <p:spPr>
              <a:xfrm>
                <a:off x="636906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2F8C3C8A-65A9-49E0-9314-16E50525C5A6}"/>
                  </a:ext>
                </a:extLst>
              </p:cNvPr>
              <p:cNvSpPr/>
              <p:nvPr/>
            </p:nvSpPr>
            <p:spPr>
              <a:xfrm>
                <a:off x="698722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1C9D9B3C-0653-41A5-8F71-589C18D8B82E}"/>
                  </a:ext>
                </a:extLst>
              </p:cNvPr>
              <p:cNvSpPr/>
              <p:nvPr/>
            </p:nvSpPr>
            <p:spPr>
              <a:xfrm>
                <a:off x="760539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D6DCB85A-8D01-400A-A342-DECEFB1F19FA}"/>
                  </a:ext>
                </a:extLst>
              </p:cNvPr>
              <p:cNvSpPr/>
              <p:nvPr/>
            </p:nvSpPr>
            <p:spPr>
              <a:xfrm>
                <a:off x="822355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CAEAC6AA-A031-4EA1-BB2B-157B175BEF63}"/>
                  </a:ext>
                </a:extLst>
              </p:cNvPr>
              <p:cNvSpPr/>
              <p:nvPr/>
            </p:nvSpPr>
            <p:spPr>
              <a:xfrm>
                <a:off x="8841723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81C69C8D-9A5B-47AF-B942-63ADC34B37AA}"/>
                  </a:ext>
                </a:extLst>
              </p:cNvPr>
              <p:cNvSpPr/>
              <p:nvPr/>
            </p:nvSpPr>
            <p:spPr>
              <a:xfrm>
                <a:off x="9459886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1BCE8646-68E1-4E41-B209-6D8B70DFDF65}"/>
                  </a:ext>
                </a:extLst>
              </p:cNvPr>
              <p:cNvSpPr/>
              <p:nvPr/>
            </p:nvSpPr>
            <p:spPr>
              <a:xfrm>
                <a:off x="327823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B19A73FD-F163-4CE4-A40E-9CF0C129F482}"/>
                  </a:ext>
                </a:extLst>
              </p:cNvPr>
              <p:cNvSpPr/>
              <p:nvPr/>
            </p:nvSpPr>
            <p:spPr>
              <a:xfrm>
                <a:off x="389640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2B2EF971-0C2A-4DC4-8DCF-560F6EF1345B}"/>
                  </a:ext>
                </a:extLst>
              </p:cNvPr>
              <p:cNvSpPr/>
              <p:nvPr/>
            </p:nvSpPr>
            <p:spPr>
              <a:xfrm>
                <a:off x="451456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81727785-E83E-459D-ADC8-0D0659B99BD1}"/>
                  </a:ext>
                </a:extLst>
              </p:cNvPr>
              <p:cNvSpPr/>
              <p:nvPr/>
            </p:nvSpPr>
            <p:spPr>
              <a:xfrm>
                <a:off x="513273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B4AAD9BD-4F52-4058-BE1B-8E30AC12CA10}"/>
                  </a:ext>
                </a:extLst>
              </p:cNvPr>
              <p:cNvSpPr/>
              <p:nvPr/>
            </p:nvSpPr>
            <p:spPr>
              <a:xfrm>
                <a:off x="575089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6C0CFDEB-488F-4C95-B45E-96CB2AB935DF}"/>
                  </a:ext>
                </a:extLst>
              </p:cNvPr>
              <p:cNvSpPr/>
              <p:nvPr/>
            </p:nvSpPr>
            <p:spPr>
              <a:xfrm>
                <a:off x="636906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CA859817-A317-4241-BAE0-B7DAB145A7C8}"/>
                  </a:ext>
                </a:extLst>
              </p:cNvPr>
              <p:cNvSpPr/>
              <p:nvPr/>
            </p:nvSpPr>
            <p:spPr>
              <a:xfrm>
                <a:off x="698722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2F6F7198-2B62-4C61-96A1-920A85955D2A}"/>
                  </a:ext>
                </a:extLst>
              </p:cNvPr>
              <p:cNvSpPr/>
              <p:nvPr/>
            </p:nvSpPr>
            <p:spPr>
              <a:xfrm>
                <a:off x="760539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2AFE792D-F059-4E35-BF23-583C400019A3}"/>
                  </a:ext>
                </a:extLst>
              </p:cNvPr>
              <p:cNvSpPr/>
              <p:nvPr/>
            </p:nvSpPr>
            <p:spPr>
              <a:xfrm>
                <a:off x="822355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8D8CFFD3-EC42-40B7-9B1D-132D0B676AB6}"/>
                  </a:ext>
                </a:extLst>
              </p:cNvPr>
              <p:cNvSpPr/>
              <p:nvPr/>
            </p:nvSpPr>
            <p:spPr>
              <a:xfrm>
                <a:off x="884172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69EA232F-73A6-4D40-8A92-4E11BBD17586}"/>
                  </a:ext>
                </a:extLst>
              </p:cNvPr>
              <p:cNvSpPr/>
              <p:nvPr/>
            </p:nvSpPr>
            <p:spPr>
              <a:xfrm>
                <a:off x="9459886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5217BBE4-01C2-43C5-8BE2-1590819CF21F}"/>
                  </a:ext>
                </a:extLst>
              </p:cNvPr>
              <p:cNvSpPr/>
              <p:nvPr/>
            </p:nvSpPr>
            <p:spPr>
              <a:xfrm>
                <a:off x="327823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404464CC-9CD0-4F2A-ADA1-4888275BAC93}"/>
                  </a:ext>
                </a:extLst>
              </p:cNvPr>
              <p:cNvSpPr/>
              <p:nvPr/>
            </p:nvSpPr>
            <p:spPr>
              <a:xfrm>
                <a:off x="389640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2703B397-F3DD-4F7E-9689-3DFD15E6A617}"/>
                  </a:ext>
                </a:extLst>
              </p:cNvPr>
              <p:cNvSpPr/>
              <p:nvPr/>
            </p:nvSpPr>
            <p:spPr>
              <a:xfrm>
                <a:off x="451456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2DDA444B-AD2E-4A59-8A0A-C77D9D77755C}"/>
                  </a:ext>
                </a:extLst>
              </p:cNvPr>
              <p:cNvSpPr/>
              <p:nvPr/>
            </p:nvSpPr>
            <p:spPr>
              <a:xfrm>
                <a:off x="513273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0FF7D023-E722-4954-8904-07E015BBA65C}"/>
                  </a:ext>
                </a:extLst>
              </p:cNvPr>
              <p:cNvSpPr/>
              <p:nvPr/>
            </p:nvSpPr>
            <p:spPr>
              <a:xfrm>
                <a:off x="575089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97C32DB4-5DF7-408C-9757-CD7EFB45C7DE}"/>
                  </a:ext>
                </a:extLst>
              </p:cNvPr>
              <p:cNvSpPr/>
              <p:nvPr/>
            </p:nvSpPr>
            <p:spPr>
              <a:xfrm>
                <a:off x="636906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14BB5C1F-3E71-433A-A241-76E1C47378C5}"/>
                  </a:ext>
                </a:extLst>
              </p:cNvPr>
              <p:cNvSpPr/>
              <p:nvPr/>
            </p:nvSpPr>
            <p:spPr>
              <a:xfrm>
                <a:off x="698722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4CFA7BE5-C36E-4423-8BDC-CEBB4A78E514}"/>
                  </a:ext>
                </a:extLst>
              </p:cNvPr>
              <p:cNvSpPr/>
              <p:nvPr/>
            </p:nvSpPr>
            <p:spPr>
              <a:xfrm>
                <a:off x="760539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B2D9DB1E-9A91-4AC3-A63F-0B8184EC7C94}"/>
                  </a:ext>
                </a:extLst>
              </p:cNvPr>
              <p:cNvSpPr/>
              <p:nvPr/>
            </p:nvSpPr>
            <p:spPr>
              <a:xfrm>
                <a:off x="822355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348E5920-F530-4EBF-9427-45892A00C1FC}"/>
                  </a:ext>
                </a:extLst>
              </p:cNvPr>
              <p:cNvSpPr/>
              <p:nvPr/>
            </p:nvSpPr>
            <p:spPr>
              <a:xfrm>
                <a:off x="884172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18CEF72B-336C-4D2D-BF36-47D312A9FCC6}"/>
                  </a:ext>
                </a:extLst>
              </p:cNvPr>
              <p:cNvSpPr/>
              <p:nvPr/>
            </p:nvSpPr>
            <p:spPr>
              <a:xfrm>
                <a:off x="9459886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D28B9D50-A2B0-44EA-8732-B9F2A49C74D6}"/>
                  </a:ext>
                </a:extLst>
              </p:cNvPr>
              <p:cNvSpPr txBox="1"/>
              <p:nvPr/>
            </p:nvSpPr>
            <p:spPr>
              <a:xfrm>
                <a:off x="1738299" y="2622383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2026</a:t>
                </a:r>
                <a:endParaRPr lang="zh-TW" altLang="en-US" dirty="0"/>
              </a:p>
            </p:txBody>
          </p:sp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C95E0C79-5BA7-4CF7-BDAF-A7415C433A31}"/>
                  </a:ext>
                </a:extLst>
              </p:cNvPr>
              <p:cNvSpPr txBox="1"/>
              <p:nvPr/>
            </p:nvSpPr>
            <p:spPr>
              <a:xfrm>
                <a:off x="1738298" y="3203115"/>
                <a:ext cx="652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2025</a:t>
                </a:r>
                <a:endParaRPr lang="zh-TW" altLang="en-US" dirty="0"/>
              </a:p>
            </p:txBody>
          </p:sp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CD0312B3-D81C-4D0A-8FBD-A8C89432AEE9}"/>
                  </a:ext>
                </a:extLst>
              </p:cNvPr>
              <p:cNvSpPr txBox="1"/>
              <p:nvPr/>
            </p:nvSpPr>
            <p:spPr>
              <a:xfrm>
                <a:off x="1738298" y="3773748"/>
                <a:ext cx="652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2024</a:t>
                </a:r>
                <a:endParaRPr lang="zh-TW" altLang="en-US" dirty="0"/>
              </a:p>
            </p:txBody>
          </p:sp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228EA642-725A-4C04-AA65-78E132220D32}"/>
                  </a:ext>
                </a:extLst>
              </p:cNvPr>
              <p:cNvSpPr txBox="1"/>
              <p:nvPr/>
            </p:nvSpPr>
            <p:spPr>
              <a:xfrm>
                <a:off x="1738298" y="4344380"/>
                <a:ext cx="652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2023</a:t>
                </a:r>
                <a:endParaRPr lang="zh-TW" altLang="en-US" dirty="0"/>
              </a:p>
            </p:txBody>
          </p:sp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51D251A2-4FD4-40F5-AF69-311D3C7BCB90}"/>
                  </a:ext>
                </a:extLst>
              </p:cNvPr>
              <p:cNvSpPr txBox="1"/>
              <p:nvPr/>
            </p:nvSpPr>
            <p:spPr>
              <a:xfrm>
                <a:off x="10253578" y="2622383"/>
                <a:ext cx="301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D75DC6B1-2661-450C-BF1A-BEB46A5AA227}"/>
                  </a:ext>
                </a:extLst>
              </p:cNvPr>
              <p:cNvSpPr txBox="1"/>
              <p:nvPr/>
            </p:nvSpPr>
            <p:spPr>
              <a:xfrm>
                <a:off x="10195068" y="3203115"/>
                <a:ext cx="418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15</a:t>
                </a:r>
                <a:endParaRPr lang="zh-TW" altLang="en-US" dirty="0"/>
              </a:p>
            </p:txBody>
          </p:sp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AB787CBC-9A2E-4348-A054-29605051610F}"/>
                  </a:ext>
                </a:extLst>
              </p:cNvPr>
              <p:cNvSpPr txBox="1"/>
              <p:nvPr/>
            </p:nvSpPr>
            <p:spPr>
              <a:xfrm>
                <a:off x="10253577" y="3773748"/>
                <a:ext cx="301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C6C24B71-324C-4492-B66F-E5DE33D432B5}"/>
                  </a:ext>
                </a:extLst>
              </p:cNvPr>
              <p:cNvSpPr txBox="1"/>
              <p:nvPr/>
            </p:nvSpPr>
            <p:spPr>
              <a:xfrm>
                <a:off x="10253577" y="4344380"/>
                <a:ext cx="3016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</p:grp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92835FD7-674A-45F5-BA43-98000BAAB36F}"/>
                </a:ext>
              </a:extLst>
            </p:cNvPr>
            <p:cNvSpPr/>
            <p:nvPr/>
          </p:nvSpPr>
          <p:spPr>
            <a:xfrm>
              <a:off x="1066183" y="971775"/>
              <a:ext cx="1504498" cy="48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accent2">
                      <a:lumMod val="75000"/>
                    </a:schemeClr>
                  </a:solidFill>
                </a:rPr>
                <a:t>Distribution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EDF8DDE1-2112-420F-A9C8-796A1F024F8F}"/>
                </a:ext>
              </a:extLst>
            </p:cNvPr>
            <p:cNvSpPr/>
            <p:nvPr/>
          </p:nvSpPr>
          <p:spPr>
            <a:xfrm>
              <a:off x="2570681" y="971775"/>
              <a:ext cx="1504498" cy="4806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0" i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system-ui"/>
                </a:rPr>
                <a:t>Collab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BA956C0A-DA99-467C-811B-D0A2C93CF82C}"/>
                </a:ext>
              </a:extLst>
            </p:cNvPr>
            <p:cNvSpPr/>
            <p:nvPr/>
          </p:nvSpPr>
          <p:spPr>
            <a:xfrm>
              <a:off x="4075179" y="971775"/>
              <a:ext cx="1504498" cy="4806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0" i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system-ui"/>
                </a:rPr>
                <a:t>Genre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DE6960F7-31C9-41A6-B773-9D5B17252D6E}"/>
                </a:ext>
              </a:extLst>
            </p:cNvPr>
            <p:cNvSpPr txBox="1"/>
            <p:nvPr/>
          </p:nvSpPr>
          <p:spPr>
            <a:xfrm>
              <a:off x="9765160" y="1079087"/>
              <a:ext cx="1409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>
                  <a:solidFill>
                    <a:schemeClr val="accent2">
                      <a:lumMod val="75000"/>
                    </a:schemeClr>
                  </a:solidFill>
                </a:rPr>
                <a:t>See All Video</a:t>
              </a:r>
              <a:endParaRPr lang="zh-TW" altLang="en-US" u="sng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791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0CC94BB-944A-4CFB-8202-13068202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32722"/>
                </a:solidFill>
                <a:effectLst/>
                <a:latin typeface="system-ui"/>
              </a:rPr>
              <a:t>Distribution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5E75B5-D2B1-47B0-9926-4195472EA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462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群組 152">
            <a:extLst>
              <a:ext uri="{FF2B5EF4-FFF2-40B4-BE49-F238E27FC236}">
                <a16:creationId xmlns:a16="http://schemas.microsoft.com/office/drawing/2014/main" id="{CF0DB33E-05C4-4B6C-A949-F114306E8348}"/>
              </a:ext>
            </a:extLst>
          </p:cNvPr>
          <p:cNvGrpSpPr/>
          <p:nvPr/>
        </p:nvGrpSpPr>
        <p:grpSpPr>
          <a:xfrm>
            <a:off x="1738298" y="2051750"/>
            <a:ext cx="8875474" cy="2661962"/>
            <a:chOff x="1738298" y="2051750"/>
            <a:chExt cx="8875474" cy="266196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229D8EF-1E5E-4259-A5BD-E82A01E7A792}"/>
                </a:ext>
              </a:extLst>
            </p:cNvPr>
            <p:cNvSpPr/>
            <p:nvPr/>
          </p:nvSpPr>
          <p:spPr>
            <a:xfrm>
              <a:off x="266007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8110A3E-9BCB-479A-AED4-C9C3C83F096A}"/>
                </a:ext>
              </a:extLst>
            </p:cNvPr>
            <p:cNvSpPr/>
            <p:nvPr/>
          </p:nvSpPr>
          <p:spPr>
            <a:xfrm>
              <a:off x="327823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DCD108-7EE6-4831-854E-318EAF2216A9}"/>
                </a:ext>
              </a:extLst>
            </p:cNvPr>
            <p:cNvSpPr/>
            <p:nvPr/>
          </p:nvSpPr>
          <p:spPr>
            <a:xfrm>
              <a:off x="389640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F4EA4F5-B535-4602-80D7-DE8CD96E967B}"/>
                </a:ext>
              </a:extLst>
            </p:cNvPr>
            <p:cNvSpPr/>
            <p:nvPr/>
          </p:nvSpPr>
          <p:spPr>
            <a:xfrm>
              <a:off x="451456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CE73F64-C49C-4ADC-A154-60300C1BABD2}"/>
                </a:ext>
              </a:extLst>
            </p:cNvPr>
            <p:cNvSpPr/>
            <p:nvPr/>
          </p:nvSpPr>
          <p:spPr>
            <a:xfrm>
              <a:off x="513273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85CE2F1-45DA-4378-B218-36D609F76919}"/>
                </a:ext>
              </a:extLst>
            </p:cNvPr>
            <p:cNvSpPr/>
            <p:nvPr/>
          </p:nvSpPr>
          <p:spPr>
            <a:xfrm>
              <a:off x="575089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45DCF7A-8E1D-45A7-A064-2DCFAECE5FD3}"/>
                </a:ext>
              </a:extLst>
            </p:cNvPr>
            <p:cNvSpPr/>
            <p:nvPr/>
          </p:nvSpPr>
          <p:spPr>
            <a:xfrm>
              <a:off x="636906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A5D4059-93EA-4EF7-BD1E-E5DC6DFF2D29}"/>
                </a:ext>
              </a:extLst>
            </p:cNvPr>
            <p:cNvSpPr/>
            <p:nvPr/>
          </p:nvSpPr>
          <p:spPr>
            <a:xfrm>
              <a:off x="698722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36F30EE-B0B6-4DE3-98B1-A91D174DCCDE}"/>
                </a:ext>
              </a:extLst>
            </p:cNvPr>
            <p:cNvSpPr/>
            <p:nvPr/>
          </p:nvSpPr>
          <p:spPr>
            <a:xfrm>
              <a:off x="760539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970AD70-BA99-422F-B00A-7E4D16185B9A}"/>
                </a:ext>
              </a:extLst>
            </p:cNvPr>
            <p:cNvSpPr/>
            <p:nvPr/>
          </p:nvSpPr>
          <p:spPr>
            <a:xfrm>
              <a:off x="822355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D8E4C27F-B506-4DE6-AE26-02AAEA387E19}"/>
                </a:ext>
              </a:extLst>
            </p:cNvPr>
            <p:cNvSpPr/>
            <p:nvPr/>
          </p:nvSpPr>
          <p:spPr>
            <a:xfrm>
              <a:off x="884172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AB3CD8D8-2058-4A98-BB03-48205BD6E3BD}"/>
                </a:ext>
              </a:extLst>
            </p:cNvPr>
            <p:cNvSpPr/>
            <p:nvPr/>
          </p:nvSpPr>
          <p:spPr>
            <a:xfrm>
              <a:off x="9459886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27919D2A-0FBE-497D-A2FD-5900E9A7E9A3}"/>
                </a:ext>
              </a:extLst>
            </p:cNvPr>
            <p:cNvSpPr/>
            <p:nvPr/>
          </p:nvSpPr>
          <p:spPr>
            <a:xfrm>
              <a:off x="2660073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83EC5C0-17D4-4492-9692-FC8205314284}"/>
                </a:ext>
              </a:extLst>
            </p:cNvPr>
            <p:cNvSpPr/>
            <p:nvPr/>
          </p:nvSpPr>
          <p:spPr>
            <a:xfrm>
              <a:off x="266007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15ACA73-0C03-4D06-991C-FDA991CDDCD0}"/>
                </a:ext>
              </a:extLst>
            </p:cNvPr>
            <p:cNvSpPr/>
            <p:nvPr/>
          </p:nvSpPr>
          <p:spPr>
            <a:xfrm>
              <a:off x="266007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F44E564-84EA-416C-9CF7-B6A466BC8446}"/>
                </a:ext>
              </a:extLst>
            </p:cNvPr>
            <p:cNvSpPr txBox="1"/>
            <p:nvPr/>
          </p:nvSpPr>
          <p:spPr>
            <a:xfrm>
              <a:off x="2589220" y="2051750"/>
              <a:ext cx="490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Jan</a:t>
              </a:r>
              <a:endParaRPr lang="zh-TW" altLang="en-US" dirty="0"/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D0D1A783-25E4-4DBD-B417-0C40425449A3}"/>
                </a:ext>
              </a:extLst>
            </p:cNvPr>
            <p:cNvSpPr txBox="1"/>
            <p:nvPr/>
          </p:nvSpPr>
          <p:spPr>
            <a:xfrm>
              <a:off x="3190650" y="2051750"/>
              <a:ext cx="524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Feb</a:t>
              </a:r>
              <a:endParaRPr lang="zh-TW" altLang="en-US" dirty="0"/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09614BFA-BB18-4C39-9080-804C36917FA6}"/>
                </a:ext>
              </a:extLst>
            </p:cNvPr>
            <p:cNvSpPr txBox="1"/>
            <p:nvPr/>
          </p:nvSpPr>
          <p:spPr>
            <a:xfrm>
              <a:off x="3784673" y="2051750"/>
              <a:ext cx="5725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Mar</a:t>
              </a:r>
              <a:endParaRPr lang="zh-TW" altLang="en-US" dirty="0"/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BF722387-E614-4A6E-9A90-7EFCED845F96}"/>
                </a:ext>
              </a:extLst>
            </p:cNvPr>
            <p:cNvSpPr txBox="1"/>
            <p:nvPr/>
          </p:nvSpPr>
          <p:spPr>
            <a:xfrm>
              <a:off x="4429288" y="205175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Apr</a:t>
              </a:r>
              <a:endParaRPr lang="zh-TW" altLang="en-US" dirty="0"/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AD35A9A2-C6D5-443F-9E8A-6AB616B98A91}"/>
                </a:ext>
              </a:extLst>
            </p:cNvPr>
            <p:cNvSpPr txBox="1"/>
            <p:nvPr/>
          </p:nvSpPr>
          <p:spPr>
            <a:xfrm>
              <a:off x="5011129" y="2051750"/>
              <a:ext cx="592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May</a:t>
              </a:r>
              <a:endParaRPr lang="zh-TW" altLang="en-US" dirty="0"/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69DC2FE4-5A64-4210-9B16-D45968E47C34}"/>
                </a:ext>
              </a:extLst>
            </p:cNvPr>
            <p:cNvSpPr txBox="1"/>
            <p:nvPr/>
          </p:nvSpPr>
          <p:spPr>
            <a:xfrm>
              <a:off x="5674435" y="2051750"/>
              <a:ext cx="502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Jun</a:t>
              </a:r>
              <a:endParaRPr lang="zh-TW" altLang="en-US" dirty="0"/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E1877CEC-6655-4106-B07B-E2F850CB7B29}"/>
                </a:ext>
              </a:extLst>
            </p:cNvPr>
            <p:cNvSpPr txBox="1"/>
            <p:nvPr/>
          </p:nvSpPr>
          <p:spPr>
            <a:xfrm>
              <a:off x="6327065" y="2051750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Jul</a:t>
              </a:r>
              <a:endParaRPr lang="zh-TW" altLang="en-US" dirty="0"/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C53DF9DC-E0D5-4CA6-AD52-3F4C3784D243}"/>
                </a:ext>
              </a:extLst>
            </p:cNvPr>
            <p:cNvSpPr txBox="1"/>
            <p:nvPr/>
          </p:nvSpPr>
          <p:spPr>
            <a:xfrm>
              <a:off x="9364186" y="2051750"/>
              <a:ext cx="540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Dec</a:t>
              </a:r>
              <a:endParaRPr lang="zh-TW" altLang="en-US" dirty="0"/>
            </a:p>
          </p:txBody>
        </p:sp>
        <p:sp>
          <p:nvSpPr>
            <p:cNvPr id="84" name="文字方塊 83">
              <a:extLst>
                <a:ext uri="{FF2B5EF4-FFF2-40B4-BE49-F238E27FC236}">
                  <a16:creationId xmlns:a16="http://schemas.microsoft.com/office/drawing/2014/main" id="{189D0524-E6D1-4E6A-9FD4-EC0330DCF533}"/>
                </a:ext>
              </a:extLst>
            </p:cNvPr>
            <p:cNvSpPr txBox="1"/>
            <p:nvPr/>
          </p:nvSpPr>
          <p:spPr>
            <a:xfrm>
              <a:off x="8736918" y="2051750"/>
              <a:ext cx="558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Nov</a:t>
              </a:r>
              <a:endParaRPr lang="zh-TW" altLang="en-US" dirty="0"/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D71E14B2-B004-44F3-876D-85B53BE4079E}"/>
                </a:ext>
              </a:extLst>
            </p:cNvPr>
            <p:cNvSpPr txBox="1"/>
            <p:nvPr/>
          </p:nvSpPr>
          <p:spPr>
            <a:xfrm>
              <a:off x="8142285" y="2051750"/>
              <a:ext cx="511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Oct</a:t>
              </a:r>
              <a:endParaRPr lang="zh-TW" altLang="en-US" dirty="0"/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5EA44629-38AE-4664-BFBE-6CD17A0A61A9}"/>
                </a:ext>
              </a:extLst>
            </p:cNvPr>
            <p:cNvSpPr txBox="1"/>
            <p:nvPr/>
          </p:nvSpPr>
          <p:spPr>
            <a:xfrm>
              <a:off x="7516106" y="2051750"/>
              <a:ext cx="527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Sep</a:t>
              </a:r>
              <a:endParaRPr lang="zh-TW" altLang="en-US" dirty="0"/>
            </a:p>
          </p:txBody>
        </p: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B702DBCC-C36A-4A8F-8576-C65772F86048}"/>
                </a:ext>
              </a:extLst>
            </p:cNvPr>
            <p:cNvSpPr txBox="1"/>
            <p:nvPr/>
          </p:nvSpPr>
          <p:spPr>
            <a:xfrm>
              <a:off x="6887521" y="2051750"/>
              <a:ext cx="548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Aug</a:t>
              </a:r>
              <a:endParaRPr lang="zh-TW" altLang="en-US" dirty="0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147103C2-ECA8-4525-A13E-96EAF8D62CD2}"/>
                </a:ext>
              </a:extLst>
            </p:cNvPr>
            <p:cNvSpPr/>
            <p:nvPr/>
          </p:nvSpPr>
          <p:spPr>
            <a:xfrm>
              <a:off x="3278238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FA4A558-CF18-479D-A4D9-E0E7ABE3A818}"/>
                </a:ext>
              </a:extLst>
            </p:cNvPr>
            <p:cNvSpPr/>
            <p:nvPr/>
          </p:nvSpPr>
          <p:spPr>
            <a:xfrm>
              <a:off x="3896403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053A408D-A975-4B5D-9538-4FD008DFE4CF}"/>
                </a:ext>
              </a:extLst>
            </p:cNvPr>
            <p:cNvSpPr/>
            <p:nvPr/>
          </p:nvSpPr>
          <p:spPr>
            <a:xfrm>
              <a:off x="4514568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351CD281-0C9A-4FDD-9FCB-8869F6001F42}"/>
                </a:ext>
              </a:extLst>
            </p:cNvPr>
            <p:cNvSpPr/>
            <p:nvPr/>
          </p:nvSpPr>
          <p:spPr>
            <a:xfrm>
              <a:off x="5132733" y="3213214"/>
              <a:ext cx="349134" cy="3491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9361C09-14E8-405B-9730-AC7EC11080F3}"/>
                </a:ext>
              </a:extLst>
            </p:cNvPr>
            <p:cNvSpPr/>
            <p:nvPr/>
          </p:nvSpPr>
          <p:spPr>
            <a:xfrm>
              <a:off x="5750898" y="3213214"/>
              <a:ext cx="349134" cy="3491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5ABA78E2-36EE-48B7-8B71-E7015C3E97E1}"/>
                </a:ext>
              </a:extLst>
            </p:cNvPr>
            <p:cNvSpPr/>
            <p:nvPr/>
          </p:nvSpPr>
          <p:spPr>
            <a:xfrm>
              <a:off x="6369063" y="3213214"/>
              <a:ext cx="349134" cy="34913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EB0818F-073C-439B-8CD4-095C4AF93FCA}"/>
                </a:ext>
              </a:extLst>
            </p:cNvPr>
            <p:cNvSpPr/>
            <p:nvPr/>
          </p:nvSpPr>
          <p:spPr>
            <a:xfrm>
              <a:off x="6987228" y="3213214"/>
              <a:ext cx="349134" cy="34913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A19B31D6-4D09-4C02-A97E-76920371980A}"/>
                </a:ext>
              </a:extLst>
            </p:cNvPr>
            <p:cNvSpPr/>
            <p:nvPr/>
          </p:nvSpPr>
          <p:spPr>
            <a:xfrm>
              <a:off x="7605393" y="3213214"/>
              <a:ext cx="349134" cy="3491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A28EF81A-1691-4D9A-AA83-76869002B131}"/>
                </a:ext>
              </a:extLst>
            </p:cNvPr>
            <p:cNvSpPr/>
            <p:nvPr/>
          </p:nvSpPr>
          <p:spPr>
            <a:xfrm>
              <a:off x="8223558" y="3213214"/>
              <a:ext cx="349134" cy="3491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1A34E85B-3A87-4D24-9546-079309AD9DAC}"/>
                </a:ext>
              </a:extLst>
            </p:cNvPr>
            <p:cNvSpPr/>
            <p:nvPr/>
          </p:nvSpPr>
          <p:spPr>
            <a:xfrm>
              <a:off x="8841723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63411987-DBC7-4C3D-A8F4-960D6956FF9D}"/>
                </a:ext>
              </a:extLst>
            </p:cNvPr>
            <p:cNvSpPr/>
            <p:nvPr/>
          </p:nvSpPr>
          <p:spPr>
            <a:xfrm>
              <a:off x="9459886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A34278E6-C8AB-4C5E-9B16-01C87A6DD79B}"/>
                </a:ext>
              </a:extLst>
            </p:cNvPr>
            <p:cNvSpPr/>
            <p:nvPr/>
          </p:nvSpPr>
          <p:spPr>
            <a:xfrm>
              <a:off x="327823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DD46C8EA-FD27-4B10-B4BF-507D4353B4EF}"/>
                </a:ext>
              </a:extLst>
            </p:cNvPr>
            <p:cNvSpPr/>
            <p:nvPr/>
          </p:nvSpPr>
          <p:spPr>
            <a:xfrm>
              <a:off x="389640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F159B59B-BE2E-4FD4-9A6E-A251D61E45BB}"/>
                </a:ext>
              </a:extLst>
            </p:cNvPr>
            <p:cNvSpPr/>
            <p:nvPr/>
          </p:nvSpPr>
          <p:spPr>
            <a:xfrm>
              <a:off x="451456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2941FB9F-EB8C-4BF8-AEB1-07A3FD368D25}"/>
                </a:ext>
              </a:extLst>
            </p:cNvPr>
            <p:cNvSpPr/>
            <p:nvPr/>
          </p:nvSpPr>
          <p:spPr>
            <a:xfrm>
              <a:off x="513273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852C884B-5E0A-4C5E-8235-B8F90DA1FC84}"/>
                </a:ext>
              </a:extLst>
            </p:cNvPr>
            <p:cNvSpPr/>
            <p:nvPr/>
          </p:nvSpPr>
          <p:spPr>
            <a:xfrm>
              <a:off x="575089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CF104961-7223-4862-8D8F-1C2C8CA222DD}"/>
                </a:ext>
              </a:extLst>
            </p:cNvPr>
            <p:cNvSpPr/>
            <p:nvPr/>
          </p:nvSpPr>
          <p:spPr>
            <a:xfrm>
              <a:off x="636906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11F9ECE0-4D1F-4044-8812-091AF7030348}"/>
                </a:ext>
              </a:extLst>
            </p:cNvPr>
            <p:cNvSpPr/>
            <p:nvPr/>
          </p:nvSpPr>
          <p:spPr>
            <a:xfrm>
              <a:off x="698722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0BA8AF31-1A7F-4BD2-8CA9-807A342D03B9}"/>
                </a:ext>
              </a:extLst>
            </p:cNvPr>
            <p:cNvSpPr/>
            <p:nvPr/>
          </p:nvSpPr>
          <p:spPr>
            <a:xfrm>
              <a:off x="760539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5D235372-FB0E-4C2A-A68D-FCD34A72AFA7}"/>
                </a:ext>
              </a:extLst>
            </p:cNvPr>
            <p:cNvSpPr/>
            <p:nvPr/>
          </p:nvSpPr>
          <p:spPr>
            <a:xfrm>
              <a:off x="822355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E77A3F10-36B1-41F9-811B-2DD89EA9B9E8}"/>
                </a:ext>
              </a:extLst>
            </p:cNvPr>
            <p:cNvSpPr/>
            <p:nvPr/>
          </p:nvSpPr>
          <p:spPr>
            <a:xfrm>
              <a:off x="884172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792F5345-AA8D-4344-B413-744DFF9A2747}"/>
                </a:ext>
              </a:extLst>
            </p:cNvPr>
            <p:cNvSpPr/>
            <p:nvPr/>
          </p:nvSpPr>
          <p:spPr>
            <a:xfrm>
              <a:off x="9459886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866A635B-61A7-4F5C-91D6-21DC71CDF96E}"/>
                </a:ext>
              </a:extLst>
            </p:cNvPr>
            <p:cNvSpPr/>
            <p:nvPr/>
          </p:nvSpPr>
          <p:spPr>
            <a:xfrm>
              <a:off x="327823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D05187C4-65AE-4D03-A2CB-9D4688298435}"/>
                </a:ext>
              </a:extLst>
            </p:cNvPr>
            <p:cNvSpPr/>
            <p:nvPr/>
          </p:nvSpPr>
          <p:spPr>
            <a:xfrm>
              <a:off x="389640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48235A3B-1BFB-4C38-9066-7D383E80D3E1}"/>
                </a:ext>
              </a:extLst>
            </p:cNvPr>
            <p:cNvSpPr/>
            <p:nvPr/>
          </p:nvSpPr>
          <p:spPr>
            <a:xfrm>
              <a:off x="451456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18CAC37E-D62D-4CCE-B9E6-51CB844DF582}"/>
                </a:ext>
              </a:extLst>
            </p:cNvPr>
            <p:cNvSpPr/>
            <p:nvPr/>
          </p:nvSpPr>
          <p:spPr>
            <a:xfrm>
              <a:off x="513273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CB0E260F-34BC-4467-A582-409D11587F84}"/>
                </a:ext>
              </a:extLst>
            </p:cNvPr>
            <p:cNvSpPr/>
            <p:nvPr/>
          </p:nvSpPr>
          <p:spPr>
            <a:xfrm>
              <a:off x="575089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905DA607-8263-4F13-9282-F1EF597C5C38}"/>
                </a:ext>
              </a:extLst>
            </p:cNvPr>
            <p:cNvSpPr/>
            <p:nvPr/>
          </p:nvSpPr>
          <p:spPr>
            <a:xfrm>
              <a:off x="636906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A8187090-1AFE-474E-8449-63DB28936E7B}"/>
                </a:ext>
              </a:extLst>
            </p:cNvPr>
            <p:cNvSpPr/>
            <p:nvPr/>
          </p:nvSpPr>
          <p:spPr>
            <a:xfrm>
              <a:off x="698722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2488D573-884E-41FD-9151-76568BB4B854}"/>
                </a:ext>
              </a:extLst>
            </p:cNvPr>
            <p:cNvSpPr/>
            <p:nvPr/>
          </p:nvSpPr>
          <p:spPr>
            <a:xfrm>
              <a:off x="760539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6965ADEE-5429-4CA1-B19E-A127BAE1740B}"/>
                </a:ext>
              </a:extLst>
            </p:cNvPr>
            <p:cNvSpPr/>
            <p:nvPr/>
          </p:nvSpPr>
          <p:spPr>
            <a:xfrm>
              <a:off x="822355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BA9FDF4D-357E-46F1-9077-CAC9520F7957}"/>
                </a:ext>
              </a:extLst>
            </p:cNvPr>
            <p:cNvSpPr/>
            <p:nvPr/>
          </p:nvSpPr>
          <p:spPr>
            <a:xfrm>
              <a:off x="884172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3B986995-7482-40CE-8283-B4ADBC9C47CE}"/>
                </a:ext>
              </a:extLst>
            </p:cNvPr>
            <p:cNvSpPr/>
            <p:nvPr/>
          </p:nvSpPr>
          <p:spPr>
            <a:xfrm>
              <a:off x="9459886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2" name="文字方塊 131">
              <a:extLst>
                <a:ext uri="{FF2B5EF4-FFF2-40B4-BE49-F238E27FC236}">
                  <a16:creationId xmlns:a16="http://schemas.microsoft.com/office/drawing/2014/main" id="{C19188EB-5706-44E9-88B2-E4E21E20B249}"/>
                </a:ext>
              </a:extLst>
            </p:cNvPr>
            <p:cNvSpPr txBox="1"/>
            <p:nvPr/>
          </p:nvSpPr>
          <p:spPr>
            <a:xfrm>
              <a:off x="1738299" y="262238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2026</a:t>
              </a:r>
              <a:endParaRPr lang="zh-TW" altLang="en-US" dirty="0"/>
            </a:p>
          </p:txBody>
        </p:sp>
        <p:sp>
          <p:nvSpPr>
            <p:cNvPr id="133" name="文字方塊 132">
              <a:extLst>
                <a:ext uri="{FF2B5EF4-FFF2-40B4-BE49-F238E27FC236}">
                  <a16:creationId xmlns:a16="http://schemas.microsoft.com/office/drawing/2014/main" id="{D1DE7CC2-3474-421E-B272-125AF5A7A68D}"/>
                </a:ext>
              </a:extLst>
            </p:cNvPr>
            <p:cNvSpPr txBox="1"/>
            <p:nvPr/>
          </p:nvSpPr>
          <p:spPr>
            <a:xfrm>
              <a:off x="1738298" y="3203115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2025</a:t>
              </a:r>
              <a:endParaRPr lang="zh-TW" altLang="en-US" dirty="0"/>
            </a:p>
          </p:txBody>
        </p:sp>
        <p:sp>
          <p:nvSpPr>
            <p:cNvPr id="134" name="文字方塊 133">
              <a:extLst>
                <a:ext uri="{FF2B5EF4-FFF2-40B4-BE49-F238E27FC236}">
                  <a16:creationId xmlns:a16="http://schemas.microsoft.com/office/drawing/2014/main" id="{FA1C5DAF-083B-420D-955A-B6D05D529B50}"/>
                </a:ext>
              </a:extLst>
            </p:cNvPr>
            <p:cNvSpPr txBox="1"/>
            <p:nvPr/>
          </p:nvSpPr>
          <p:spPr>
            <a:xfrm>
              <a:off x="1738298" y="3773748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2024</a:t>
              </a:r>
              <a:endParaRPr lang="zh-TW" altLang="en-US" dirty="0"/>
            </a:p>
          </p:txBody>
        </p:sp>
        <p:sp>
          <p:nvSpPr>
            <p:cNvPr id="136" name="文字方塊 135">
              <a:extLst>
                <a:ext uri="{FF2B5EF4-FFF2-40B4-BE49-F238E27FC236}">
                  <a16:creationId xmlns:a16="http://schemas.microsoft.com/office/drawing/2014/main" id="{3E0BE67B-F2B4-4201-85EB-FABF5F846721}"/>
                </a:ext>
              </a:extLst>
            </p:cNvPr>
            <p:cNvSpPr txBox="1"/>
            <p:nvPr/>
          </p:nvSpPr>
          <p:spPr>
            <a:xfrm>
              <a:off x="1738298" y="4344380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2023</a:t>
              </a:r>
              <a:endParaRPr lang="zh-TW" altLang="en-US" dirty="0"/>
            </a:p>
          </p:txBody>
        </p: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9DBB87AD-6E13-4DCC-9A76-8F20D3D0AE9C}"/>
                </a:ext>
              </a:extLst>
            </p:cNvPr>
            <p:cNvSpPr txBox="1"/>
            <p:nvPr/>
          </p:nvSpPr>
          <p:spPr>
            <a:xfrm>
              <a:off x="10253578" y="2622383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138" name="文字方塊 137">
              <a:extLst>
                <a:ext uri="{FF2B5EF4-FFF2-40B4-BE49-F238E27FC236}">
                  <a16:creationId xmlns:a16="http://schemas.microsoft.com/office/drawing/2014/main" id="{E46FC6E3-53A6-45BD-9D64-3B585693AB63}"/>
                </a:ext>
              </a:extLst>
            </p:cNvPr>
            <p:cNvSpPr txBox="1"/>
            <p:nvPr/>
          </p:nvSpPr>
          <p:spPr>
            <a:xfrm>
              <a:off x="10195068" y="320311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15</a:t>
              </a:r>
              <a:endParaRPr lang="zh-TW" altLang="en-US" dirty="0"/>
            </a:p>
          </p:txBody>
        </p:sp>
        <p:sp>
          <p:nvSpPr>
            <p:cNvPr id="139" name="文字方塊 138">
              <a:extLst>
                <a:ext uri="{FF2B5EF4-FFF2-40B4-BE49-F238E27FC236}">
                  <a16:creationId xmlns:a16="http://schemas.microsoft.com/office/drawing/2014/main" id="{30D1EC50-F8A6-4B8C-8E0D-AF7B93B16CC2}"/>
                </a:ext>
              </a:extLst>
            </p:cNvPr>
            <p:cNvSpPr txBox="1"/>
            <p:nvPr/>
          </p:nvSpPr>
          <p:spPr>
            <a:xfrm>
              <a:off x="10253577" y="3773748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1F71ED12-DEE2-44D2-A084-F7405DDD618B}"/>
                </a:ext>
              </a:extLst>
            </p:cNvPr>
            <p:cNvSpPr txBox="1"/>
            <p:nvPr/>
          </p:nvSpPr>
          <p:spPr>
            <a:xfrm>
              <a:off x="10253577" y="4344380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</p:grpSp>
      <p:sp>
        <p:nvSpPr>
          <p:cNvPr id="72" name="矩形 71">
            <a:extLst>
              <a:ext uri="{FF2B5EF4-FFF2-40B4-BE49-F238E27FC236}">
                <a16:creationId xmlns:a16="http://schemas.microsoft.com/office/drawing/2014/main" id="{299FDC6E-2277-4104-8A46-F619C232BA2E}"/>
              </a:ext>
            </a:extLst>
          </p:cNvPr>
          <p:cNvSpPr/>
          <p:nvPr/>
        </p:nvSpPr>
        <p:spPr>
          <a:xfrm>
            <a:off x="454253" y="449179"/>
            <a:ext cx="2450306" cy="1106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第一眼沒辦法知道功能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A9A0A77-D021-4534-9FAB-A5B86CCF1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497" y="5286267"/>
            <a:ext cx="5331461" cy="79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1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群組 191">
            <a:extLst>
              <a:ext uri="{FF2B5EF4-FFF2-40B4-BE49-F238E27FC236}">
                <a16:creationId xmlns:a16="http://schemas.microsoft.com/office/drawing/2014/main" id="{F80B21B7-F316-44B6-8104-ED9B824A68C0}"/>
              </a:ext>
            </a:extLst>
          </p:cNvPr>
          <p:cNvGrpSpPr/>
          <p:nvPr/>
        </p:nvGrpSpPr>
        <p:grpSpPr>
          <a:xfrm>
            <a:off x="1738298" y="2051750"/>
            <a:ext cx="8875474" cy="2661962"/>
            <a:chOff x="1738298" y="2051750"/>
            <a:chExt cx="8875474" cy="2661962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D7B9E7D8-0584-4C44-BE04-7481BE98C8A3}"/>
                </a:ext>
              </a:extLst>
            </p:cNvPr>
            <p:cNvSpPr/>
            <p:nvPr/>
          </p:nvSpPr>
          <p:spPr>
            <a:xfrm>
              <a:off x="266007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E51A4F3C-E062-4F3E-94B2-CB122031C321}"/>
                </a:ext>
              </a:extLst>
            </p:cNvPr>
            <p:cNvSpPr/>
            <p:nvPr/>
          </p:nvSpPr>
          <p:spPr>
            <a:xfrm>
              <a:off x="327823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FBD5B9FB-870D-42AC-8E16-6B1ABAF72733}"/>
                </a:ext>
              </a:extLst>
            </p:cNvPr>
            <p:cNvSpPr/>
            <p:nvPr/>
          </p:nvSpPr>
          <p:spPr>
            <a:xfrm>
              <a:off x="389640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2B0E7332-CDB4-4206-ACFF-D8CFD3942C4F}"/>
                </a:ext>
              </a:extLst>
            </p:cNvPr>
            <p:cNvSpPr/>
            <p:nvPr/>
          </p:nvSpPr>
          <p:spPr>
            <a:xfrm>
              <a:off x="451456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C88CED42-4FB2-42D4-83B1-80F028571905}"/>
                </a:ext>
              </a:extLst>
            </p:cNvPr>
            <p:cNvSpPr/>
            <p:nvPr/>
          </p:nvSpPr>
          <p:spPr>
            <a:xfrm>
              <a:off x="513273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8CA98C94-CF45-4671-88C9-2525B0C71285}"/>
                </a:ext>
              </a:extLst>
            </p:cNvPr>
            <p:cNvSpPr/>
            <p:nvPr/>
          </p:nvSpPr>
          <p:spPr>
            <a:xfrm>
              <a:off x="575089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67229E83-5FF6-4388-BF33-A0E12134E9AC}"/>
                </a:ext>
              </a:extLst>
            </p:cNvPr>
            <p:cNvSpPr/>
            <p:nvPr/>
          </p:nvSpPr>
          <p:spPr>
            <a:xfrm>
              <a:off x="636906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A9D0B88F-F3B7-4C1A-A4DD-D2FCCE6A8BB2}"/>
                </a:ext>
              </a:extLst>
            </p:cNvPr>
            <p:cNvSpPr/>
            <p:nvPr/>
          </p:nvSpPr>
          <p:spPr>
            <a:xfrm>
              <a:off x="698722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787C11BC-3B99-426D-8B8A-2657D49399A6}"/>
                </a:ext>
              </a:extLst>
            </p:cNvPr>
            <p:cNvSpPr/>
            <p:nvPr/>
          </p:nvSpPr>
          <p:spPr>
            <a:xfrm>
              <a:off x="760539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8C68271A-A2E2-488E-80C1-7EAA646EC119}"/>
                </a:ext>
              </a:extLst>
            </p:cNvPr>
            <p:cNvSpPr/>
            <p:nvPr/>
          </p:nvSpPr>
          <p:spPr>
            <a:xfrm>
              <a:off x="822355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0A93F2C9-1765-4863-8338-C9FC04A6F828}"/>
                </a:ext>
              </a:extLst>
            </p:cNvPr>
            <p:cNvSpPr/>
            <p:nvPr/>
          </p:nvSpPr>
          <p:spPr>
            <a:xfrm>
              <a:off x="884172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704C6B3F-9541-443D-9BB1-8A5E5E5B8D95}"/>
                </a:ext>
              </a:extLst>
            </p:cNvPr>
            <p:cNvSpPr/>
            <p:nvPr/>
          </p:nvSpPr>
          <p:spPr>
            <a:xfrm>
              <a:off x="9459886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FAF950FD-641A-4E08-9D23-8C0A9C214E4C}"/>
                </a:ext>
              </a:extLst>
            </p:cNvPr>
            <p:cNvSpPr/>
            <p:nvPr/>
          </p:nvSpPr>
          <p:spPr>
            <a:xfrm>
              <a:off x="2660073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BCEE3A47-A1BF-4A71-9AA3-24DEEF1323CB}"/>
                </a:ext>
              </a:extLst>
            </p:cNvPr>
            <p:cNvSpPr/>
            <p:nvPr/>
          </p:nvSpPr>
          <p:spPr>
            <a:xfrm>
              <a:off x="266007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1F499F61-5014-48D7-889E-70BC5ECBDB81}"/>
                </a:ext>
              </a:extLst>
            </p:cNvPr>
            <p:cNvSpPr/>
            <p:nvPr/>
          </p:nvSpPr>
          <p:spPr>
            <a:xfrm>
              <a:off x="266007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" name="文字方塊 207">
              <a:extLst>
                <a:ext uri="{FF2B5EF4-FFF2-40B4-BE49-F238E27FC236}">
                  <a16:creationId xmlns:a16="http://schemas.microsoft.com/office/drawing/2014/main" id="{53D498E2-4896-40B9-ADE9-3FD5DD6BBB5E}"/>
                </a:ext>
              </a:extLst>
            </p:cNvPr>
            <p:cNvSpPr txBox="1"/>
            <p:nvPr/>
          </p:nvSpPr>
          <p:spPr>
            <a:xfrm>
              <a:off x="2589220" y="2051750"/>
              <a:ext cx="490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Jan</a:t>
              </a:r>
              <a:endParaRPr lang="zh-TW" altLang="en-US" dirty="0"/>
            </a:p>
          </p:txBody>
        </p:sp>
        <p:sp>
          <p:nvSpPr>
            <p:cNvPr id="209" name="文字方塊 208">
              <a:extLst>
                <a:ext uri="{FF2B5EF4-FFF2-40B4-BE49-F238E27FC236}">
                  <a16:creationId xmlns:a16="http://schemas.microsoft.com/office/drawing/2014/main" id="{256E80C7-639E-4125-AF6E-2DA24CC47494}"/>
                </a:ext>
              </a:extLst>
            </p:cNvPr>
            <p:cNvSpPr txBox="1"/>
            <p:nvPr/>
          </p:nvSpPr>
          <p:spPr>
            <a:xfrm>
              <a:off x="3190650" y="2051750"/>
              <a:ext cx="524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Feb</a:t>
              </a:r>
              <a:endParaRPr lang="zh-TW" altLang="en-US" dirty="0"/>
            </a:p>
          </p:txBody>
        </p:sp>
        <p:sp>
          <p:nvSpPr>
            <p:cNvPr id="210" name="文字方塊 209">
              <a:extLst>
                <a:ext uri="{FF2B5EF4-FFF2-40B4-BE49-F238E27FC236}">
                  <a16:creationId xmlns:a16="http://schemas.microsoft.com/office/drawing/2014/main" id="{086331BA-C8BC-4278-86DE-87F1D9243672}"/>
                </a:ext>
              </a:extLst>
            </p:cNvPr>
            <p:cNvSpPr txBox="1"/>
            <p:nvPr/>
          </p:nvSpPr>
          <p:spPr>
            <a:xfrm>
              <a:off x="3784673" y="2051750"/>
              <a:ext cx="5725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Mar</a:t>
              </a:r>
              <a:endParaRPr lang="zh-TW" altLang="en-US" dirty="0"/>
            </a:p>
          </p:txBody>
        </p:sp>
        <p:sp>
          <p:nvSpPr>
            <p:cNvPr id="211" name="文字方塊 210">
              <a:extLst>
                <a:ext uri="{FF2B5EF4-FFF2-40B4-BE49-F238E27FC236}">
                  <a16:creationId xmlns:a16="http://schemas.microsoft.com/office/drawing/2014/main" id="{22CD9EBA-9B82-4F34-B67F-7AE5FA2A37A0}"/>
                </a:ext>
              </a:extLst>
            </p:cNvPr>
            <p:cNvSpPr txBox="1"/>
            <p:nvPr/>
          </p:nvSpPr>
          <p:spPr>
            <a:xfrm>
              <a:off x="4429288" y="205175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Apr</a:t>
              </a:r>
              <a:endParaRPr lang="zh-TW" altLang="en-US" dirty="0"/>
            </a:p>
          </p:txBody>
        </p:sp>
        <p:sp>
          <p:nvSpPr>
            <p:cNvPr id="212" name="文字方塊 211">
              <a:extLst>
                <a:ext uri="{FF2B5EF4-FFF2-40B4-BE49-F238E27FC236}">
                  <a16:creationId xmlns:a16="http://schemas.microsoft.com/office/drawing/2014/main" id="{C388BB76-4F2C-4200-987C-A3162DACE921}"/>
                </a:ext>
              </a:extLst>
            </p:cNvPr>
            <p:cNvSpPr txBox="1"/>
            <p:nvPr/>
          </p:nvSpPr>
          <p:spPr>
            <a:xfrm>
              <a:off x="5011129" y="2051750"/>
              <a:ext cx="592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May</a:t>
              </a:r>
              <a:endParaRPr lang="zh-TW" altLang="en-US" dirty="0"/>
            </a:p>
          </p:txBody>
        </p:sp>
        <p:sp>
          <p:nvSpPr>
            <p:cNvPr id="213" name="文字方塊 212">
              <a:extLst>
                <a:ext uri="{FF2B5EF4-FFF2-40B4-BE49-F238E27FC236}">
                  <a16:creationId xmlns:a16="http://schemas.microsoft.com/office/drawing/2014/main" id="{120B77E3-656F-4DDD-80F8-6588C5F161FE}"/>
                </a:ext>
              </a:extLst>
            </p:cNvPr>
            <p:cNvSpPr txBox="1"/>
            <p:nvPr/>
          </p:nvSpPr>
          <p:spPr>
            <a:xfrm>
              <a:off x="5674435" y="2051750"/>
              <a:ext cx="502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Jun</a:t>
              </a:r>
              <a:endParaRPr lang="zh-TW" altLang="en-US" dirty="0"/>
            </a:p>
          </p:txBody>
        </p:sp>
        <p:sp>
          <p:nvSpPr>
            <p:cNvPr id="214" name="文字方塊 213">
              <a:extLst>
                <a:ext uri="{FF2B5EF4-FFF2-40B4-BE49-F238E27FC236}">
                  <a16:creationId xmlns:a16="http://schemas.microsoft.com/office/drawing/2014/main" id="{896AF1B2-2CB0-4CBE-AAFE-25A69CCF1FDF}"/>
                </a:ext>
              </a:extLst>
            </p:cNvPr>
            <p:cNvSpPr txBox="1"/>
            <p:nvPr/>
          </p:nvSpPr>
          <p:spPr>
            <a:xfrm>
              <a:off x="6327065" y="2051750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Jul</a:t>
              </a:r>
              <a:endParaRPr lang="zh-TW" altLang="en-US" dirty="0"/>
            </a:p>
          </p:txBody>
        </p:sp>
        <p:sp>
          <p:nvSpPr>
            <p:cNvPr id="215" name="文字方塊 214">
              <a:extLst>
                <a:ext uri="{FF2B5EF4-FFF2-40B4-BE49-F238E27FC236}">
                  <a16:creationId xmlns:a16="http://schemas.microsoft.com/office/drawing/2014/main" id="{37DD5DF1-C869-4506-92DE-F87C91514E30}"/>
                </a:ext>
              </a:extLst>
            </p:cNvPr>
            <p:cNvSpPr txBox="1"/>
            <p:nvPr/>
          </p:nvSpPr>
          <p:spPr>
            <a:xfrm>
              <a:off x="9364186" y="2051750"/>
              <a:ext cx="540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Dec</a:t>
              </a:r>
              <a:endParaRPr lang="zh-TW" altLang="en-US" dirty="0"/>
            </a:p>
          </p:txBody>
        </p:sp>
        <p:sp>
          <p:nvSpPr>
            <p:cNvPr id="216" name="文字方塊 215">
              <a:extLst>
                <a:ext uri="{FF2B5EF4-FFF2-40B4-BE49-F238E27FC236}">
                  <a16:creationId xmlns:a16="http://schemas.microsoft.com/office/drawing/2014/main" id="{127ED4E1-ED19-499C-8A71-6BF4D6C3CCF8}"/>
                </a:ext>
              </a:extLst>
            </p:cNvPr>
            <p:cNvSpPr txBox="1"/>
            <p:nvPr/>
          </p:nvSpPr>
          <p:spPr>
            <a:xfrm>
              <a:off x="8736918" y="2051750"/>
              <a:ext cx="558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Nov</a:t>
              </a:r>
              <a:endParaRPr lang="zh-TW" altLang="en-US" dirty="0"/>
            </a:p>
          </p:txBody>
        </p:sp>
        <p:sp>
          <p:nvSpPr>
            <p:cNvPr id="217" name="文字方塊 216">
              <a:extLst>
                <a:ext uri="{FF2B5EF4-FFF2-40B4-BE49-F238E27FC236}">
                  <a16:creationId xmlns:a16="http://schemas.microsoft.com/office/drawing/2014/main" id="{8E51DA71-740C-431F-B6DF-EC35D7EB722A}"/>
                </a:ext>
              </a:extLst>
            </p:cNvPr>
            <p:cNvSpPr txBox="1"/>
            <p:nvPr/>
          </p:nvSpPr>
          <p:spPr>
            <a:xfrm>
              <a:off x="8142285" y="2051750"/>
              <a:ext cx="511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Oct</a:t>
              </a:r>
              <a:endParaRPr lang="zh-TW" altLang="en-US" dirty="0"/>
            </a:p>
          </p:txBody>
        </p:sp>
        <p:sp>
          <p:nvSpPr>
            <p:cNvPr id="218" name="文字方塊 217">
              <a:extLst>
                <a:ext uri="{FF2B5EF4-FFF2-40B4-BE49-F238E27FC236}">
                  <a16:creationId xmlns:a16="http://schemas.microsoft.com/office/drawing/2014/main" id="{2288B278-3284-4E44-8643-EC615CC416FA}"/>
                </a:ext>
              </a:extLst>
            </p:cNvPr>
            <p:cNvSpPr txBox="1"/>
            <p:nvPr/>
          </p:nvSpPr>
          <p:spPr>
            <a:xfrm>
              <a:off x="7516106" y="2051750"/>
              <a:ext cx="527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Sep</a:t>
              </a:r>
              <a:endParaRPr lang="zh-TW" altLang="en-US" dirty="0"/>
            </a:p>
          </p:txBody>
        </p:sp>
        <p:sp>
          <p:nvSpPr>
            <p:cNvPr id="219" name="文字方塊 218">
              <a:extLst>
                <a:ext uri="{FF2B5EF4-FFF2-40B4-BE49-F238E27FC236}">
                  <a16:creationId xmlns:a16="http://schemas.microsoft.com/office/drawing/2014/main" id="{F38D79AD-B32E-4A45-BC53-FEB262F61A39}"/>
                </a:ext>
              </a:extLst>
            </p:cNvPr>
            <p:cNvSpPr txBox="1"/>
            <p:nvPr/>
          </p:nvSpPr>
          <p:spPr>
            <a:xfrm>
              <a:off x="6887521" y="2051750"/>
              <a:ext cx="548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Aug</a:t>
              </a:r>
              <a:endParaRPr lang="zh-TW" altLang="en-US" dirty="0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2620F61B-9A63-4350-B4C4-FCB844BD65DA}"/>
                </a:ext>
              </a:extLst>
            </p:cNvPr>
            <p:cNvSpPr/>
            <p:nvPr/>
          </p:nvSpPr>
          <p:spPr>
            <a:xfrm>
              <a:off x="3278238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B638B06E-5109-44E2-ACCA-C739EC615B41}"/>
                </a:ext>
              </a:extLst>
            </p:cNvPr>
            <p:cNvSpPr/>
            <p:nvPr/>
          </p:nvSpPr>
          <p:spPr>
            <a:xfrm>
              <a:off x="3896403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BA37FB6F-9CD4-4211-B061-5D51E818E14A}"/>
                </a:ext>
              </a:extLst>
            </p:cNvPr>
            <p:cNvSpPr/>
            <p:nvPr/>
          </p:nvSpPr>
          <p:spPr>
            <a:xfrm>
              <a:off x="4514568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27E07A29-54A4-4267-97E1-41678BF25CED}"/>
                </a:ext>
              </a:extLst>
            </p:cNvPr>
            <p:cNvSpPr/>
            <p:nvPr/>
          </p:nvSpPr>
          <p:spPr>
            <a:xfrm>
              <a:off x="5132733" y="3213214"/>
              <a:ext cx="349134" cy="3491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6B64B4BC-243B-47FF-AFBD-E643EB4FA706}"/>
                </a:ext>
              </a:extLst>
            </p:cNvPr>
            <p:cNvSpPr/>
            <p:nvPr/>
          </p:nvSpPr>
          <p:spPr>
            <a:xfrm>
              <a:off x="5750898" y="3213214"/>
              <a:ext cx="349134" cy="3491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67AD9907-6C2B-483F-A064-19934EB862F0}"/>
                </a:ext>
              </a:extLst>
            </p:cNvPr>
            <p:cNvSpPr/>
            <p:nvPr/>
          </p:nvSpPr>
          <p:spPr>
            <a:xfrm>
              <a:off x="6369063" y="3213214"/>
              <a:ext cx="349134" cy="34913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2D55166D-CB44-46CC-8BB9-2EB3AAA6A186}"/>
                </a:ext>
              </a:extLst>
            </p:cNvPr>
            <p:cNvSpPr/>
            <p:nvPr/>
          </p:nvSpPr>
          <p:spPr>
            <a:xfrm>
              <a:off x="6987228" y="3213214"/>
              <a:ext cx="349134" cy="34913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1CE447C0-B0C5-434C-B769-4792083F199A}"/>
                </a:ext>
              </a:extLst>
            </p:cNvPr>
            <p:cNvSpPr/>
            <p:nvPr/>
          </p:nvSpPr>
          <p:spPr>
            <a:xfrm>
              <a:off x="7605393" y="3213214"/>
              <a:ext cx="349134" cy="3491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9F41F13E-65CD-42D0-AEB7-368D0A62685E}"/>
                </a:ext>
              </a:extLst>
            </p:cNvPr>
            <p:cNvSpPr/>
            <p:nvPr/>
          </p:nvSpPr>
          <p:spPr>
            <a:xfrm>
              <a:off x="8223558" y="3213214"/>
              <a:ext cx="349134" cy="3491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F9E0A92C-7397-4503-8979-B42FC0B1A6F7}"/>
                </a:ext>
              </a:extLst>
            </p:cNvPr>
            <p:cNvSpPr/>
            <p:nvPr/>
          </p:nvSpPr>
          <p:spPr>
            <a:xfrm>
              <a:off x="8841723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FCA585F3-83E3-45F6-BD9F-6C1F216948E9}"/>
                </a:ext>
              </a:extLst>
            </p:cNvPr>
            <p:cNvSpPr/>
            <p:nvPr/>
          </p:nvSpPr>
          <p:spPr>
            <a:xfrm>
              <a:off x="9459886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EFA13C44-73AA-4816-8D31-71B86746E07A}"/>
                </a:ext>
              </a:extLst>
            </p:cNvPr>
            <p:cNvSpPr/>
            <p:nvPr/>
          </p:nvSpPr>
          <p:spPr>
            <a:xfrm>
              <a:off x="327823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B9483705-0C8B-4CFE-8F8C-DA23E31BDBF2}"/>
                </a:ext>
              </a:extLst>
            </p:cNvPr>
            <p:cNvSpPr/>
            <p:nvPr/>
          </p:nvSpPr>
          <p:spPr>
            <a:xfrm>
              <a:off x="389640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0EEA024B-E13E-47EA-8DA9-B277BA6AEDAA}"/>
                </a:ext>
              </a:extLst>
            </p:cNvPr>
            <p:cNvSpPr/>
            <p:nvPr/>
          </p:nvSpPr>
          <p:spPr>
            <a:xfrm>
              <a:off x="451456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CEBD539C-286C-4186-9B00-C8C9CD8EA9AD}"/>
                </a:ext>
              </a:extLst>
            </p:cNvPr>
            <p:cNvSpPr/>
            <p:nvPr/>
          </p:nvSpPr>
          <p:spPr>
            <a:xfrm>
              <a:off x="513273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D631B32D-EDF0-4F5C-812B-5C5330350BCC}"/>
                </a:ext>
              </a:extLst>
            </p:cNvPr>
            <p:cNvSpPr/>
            <p:nvPr/>
          </p:nvSpPr>
          <p:spPr>
            <a:xfrm>
              <a:off x="575089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EA509545-62CA-4F8B-AE65-E8D682C66C49}"/>
                </a:ext>
              </a:extLst>
            </p:cNvPr>
            <p:cNvSpPr/>
            <p:nvPr/>
          </p:nvSpPr>
          <p:spPr>
            <a:xfrm>
              <a:off x="636906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77A1590C-994A-4A65-B861-B620E9B045DA}"/>
                </a:ext>
              </a:extLst>
            </p:cNvPr>
            <p:cNvSpPr/>
            <p:nvPr/>
          </p:nvSpPr>
          <p:spPr>
            <a:xfrm>
              <a:off x="698722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1D368279-7B93-4AA3-AFB1-89EDB5ACA66B}"/>
                </a:ext>
              </a:extLst>
            </p:cNvPr>
            <p:cNvSpPr/>
            <p:nvPr/>
          </p:nvSpPr>
          <p:spPr>
            <a:xfrm>
              <a:off x="760539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D68A43EB-4784-44AD-94D3-B7A397A92266}"/>
                </a:ext>
              </a:extLst>
            </p:cNvPr>
            <p:cNvSpPr/>
            <p:nvPr/>
          </p:nvSpPr>
          <p:spPr>
            <a:xfrm>
              <a:off x="822355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1AF24C26-0649-4DA8-BF2D-0C306F38F2C5}"/>
                </a:ext>
              </a:extLst>
            </p:cNvPr>
            <p:cNvSpPr/>
            <p:nvPr/>
          </p:nvSpPr>
          <p:spPr>
            <a:xfrm>
              <a:off x="884172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5060AE89-1A97-439A-8BDA-5C7ABD1D1C5A}"/>
                </a:ext>
              </a:extLst>
            </p:cNvPr>
            <p:cNvSpPr/>
            <p:nvPr/>
          </p:nvSpPr>
          <p:spPr>
            <a:xfrm>
              <a:off x="9459886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1D42C915-042A-46DB-A158-F51E386E4878}"/>
                </a:ext>
              </a:extLst>
            </p:cNvPr>
            <p:cNvSpPr/>
            <p:nvPr/>
          </p:nvSpPr>
          <p:spPr>
            <a:xfrm>
              <a:off x="327823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27AF5CE3-B8D5-48EA-B4CB-6BAE681FD20D}"/>
                </a:ext>
              </a:extLst>
            </p:cNvPr>
            <p:cNvSpPr/>
            <p:nvPr/>
          </p:nvSpPr>
          <p:spPr>
            <a:xfrm>
              <a:off x="389640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7A4418BB-00F8-433E-BD33-FD2889C0EA69}"/>
                </a:ext>
              </a:extLst>
            </p:cNvPr>
            <p:cNvSpPr/>
            <p:nvPr/>
          </p:nvSpPr>
          <p:spPr>
            <a:xfrm>
              <a:off x="451456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388F42DF-58C4-493E-A9F9-CB7E9413EEA0}"/>
                </a:ext>
              </a:extLst>
            </p:cNvPr>
            <p:cNvSpPr/>
            <p:nvPr/>
          </p:nvSpPr>
          <p:spPr>
            <a:xfrm>
              <a:off x="513273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216FB3DF-C00A-4DA9-9949-E4D6D98CE495}"/>
                </a:ext>
              </a:extLst>
            </p:cNvPr>
            <p:cNvSpPr/>
            <p:nvPr/>
          </p:nvSpPr>
          <p:spPr>
            <a:xfrm>
              <a:off x="575089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95D66805-302C-4834-B412-3ECBFC5F3835}"/>
                </a:ext>
              </a:extLst>
            </p:cNvPr>
            <p:cNvSpPr/>
            <p:nvPr/>
          </p:nvSpPr>
          <p:spPr>
            <a:xfrm>
              <a:off x="636906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D5CC1DD0-8B7F-4FA4-A4ED-6940A11C79B9}"/>
                </a:ext>
              </a:extLst>
            </p:cNvPr>
            <p:cNvSpPr/>
            <p:nvPr/>
          </p:nvSpPr>
          <p:spPr>
            <a:xfrm>
              <a:off x="698722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938423AB-FD39-404A-A88A-1C50713A40D1}"/>
                </a:ext>
              </a:extLst>
            </p:cNvPr>
            <p:cNvSpPr/>
            <p:nvPr/>
          </p:nvSpPr>
          <p:spPr>
            <a:xfrm>
              <a:off x="760539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82CB34E6-070E-4429-8044-9EAB8935A8BB}"/>
                </a:ext>
              </a:extLst>
            </p:cNvPr>
            <p:cNvSpPr/>
            <p:nvPr/>
          </p:nvSpPr>
          <p:spPr>
            <a:xfrm>
              <a:off x="822355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C8E30520-B7C6-4210-93CA-3029CB87084E}"/>
                </a:ext>
              </a:extLst>
            </p:cNvPr>
            <p:cNvSpPr/>
            <p:nvPr/>
          </p:nvSpPr>
          <p:spPr>
            <a:xfrm>
              <a:off x="884172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716CCEB5-E911-49D7-B266-28BC691793FC}"/>
                </a:ext>
              </a:extLst>
            </p:cNvPr>
            <p:cNvSpPr/>
            <p:nvPr/>
          </p:nvSpPr>
          <p:spPr>
            <a:xfrm>
              <a:off x="9459886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3" name="文字方塊 252">
              <a:extLst>
                <a:ext uri="{FF2B5EF4-FFF2-40B4-BE49-F238E27FC236}">
                  <a16:creationId xmlns:a16="http://schemas.microsoft.com/office/drawing/2014/main" id="{05B77562-6173-4017-8F20-DD865B6B1944}"/>
                </a:ext>
              </a:extLst>
            </p:cNvPr>
            <p:cNvSpPr txBox="1"/>
            <p:nvPr/>
          </p:nvSpPr>
          <p:spPr>
            <a:xfrm>
              <a:off x="1738299" y="262238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2026</a:t>
              </a:r>
              <a:endParaRPr lang="zh-TW" altLang="en-US" dirty="0"/>
            </a:p>
          </p:txBody>
        </p:sp>
        <p:sp>
          <p:nvSpPr>
            <p:cNvPr id="254" name="文字方塊 253">
              <a:extLst>
                <a:ext uri="{FF2B5EF4-FFF2-40B4-BE49-F238E27FC236}">
                  <a16:creationId xmlns:a16="http://schemas.microsoft.com/office/drawing/2014/main" id="{AE0EDA53-8E62-43C2-A9AE-D5CACFBD07F7}"/>
                </a:ext>
              </a:extLst>
            </p:cNvPr>
            <p:cNvSpPr txBox="1"/>
            <p:nvPr/>
          </p:nvSpPr>
          <p:spPr>
            <a:xfrm>
              <a:off x="1738298" y="3203115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2025</a:t>
              </a:r>
              <a:endParaRPr lang="zh-TW" altLang="en-US" dirty="0"/>
            </a:p>
          </p:txBody>
        </p:sp>
        <p:sp>
          <p:nvSpPr>
            <p:cNvPr id="255" name="文字方塊 254">
              <a:extLst>
                <a:ext uri="{FF2B5EF4-FFF2-40B4-BE49-F238E27FC236}">
                  <a16:creationId xmlns:a16="http://schemas.microsoft.com/office/drawing/2014/main" id="{5EEA7D1D-C80F-4084-A088-5FB945B0CD9A}"/>
                </a:ext>
              </a:extLst>
            </p:cNvPr>
            <p:cNvSpPr txBox="1"/>
            <p:nvPr/>
          </p:nvSpPr>
          <p:spPr>
            <a:xfrm>
              <a:off x="1738298" y="3773748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2024</a:t>
              </a:r>
              <a:endParaRPr lang="zh-TW" altLang="en-US" dirty="0"/>
            </a:p>
          </p:txBody>
        </p:sp>
        <p:sp>
          <p:nvSpPr>
            <p:cNvPr id="256" name="文字方塊 255">
              <a:extLst>
                <a:ext uri="{FF2B5EF4-FFF2-40B4-BE49-F238E27FC236}">
                  <a16:creationId xmlns:a16="http://schemas.microsoft.com/office/drawing/2014/main" id="{A2942277-C88B-494B-B054-752B77F7BF24}"/>
                </a:ext>
              </a:extLst>
            </p:cNvPr>
            <p:cNvSpPr txBox="1"/>
            <p:nvPr/>
          </p:nvSpPr>
          <p:spPr>
            <a:xfrm>
              <a:off x="1738298" y="4344380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2023</a:t>
              </a:r>
              <a:endParaRPr lang="zh-TW" altLang="en-US" dirty="0"/>
            </a:p>
          </p:txBody>
        </p:sp>
        <p:sp>
          <p:nvSpPr>
            <p:cNvPr id="257" name="文字方塊 256">
              <a:extLst>
                <a:ext uri="{FF2B5EF4-FFF2-40B4-BE49-F238E27FC236}">
                  <a16:creationId xmlns:a16="http://schemas.microsoft.com/office/drawing/2014/main" id="{F5BF0C96-4E40-4EA5-93CB-B0C431535F6B}"/>
                </a:ext>
              </a:extLst>
            </p:cNvPr>
            <p:cNvSpPr txBox="1"/>
            <p:nvPr/>
          </p:nvSpPr>
          <p:spPr>
            <a:xfrm>
              <a:off x="10253578" y="2622383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258" name="文字方塊 257">
              <a:extLst>
                <a:ext uri="{FF2B5EF4-FFF2-40B4-BE49-F238E27FC236}">
                  <a16:creationId xmlns:a16="http://schemas.microsoft.com/office/drawing/2014/main" id="{B223C395-A13C-42F7-B569-62CAC63E2C10}"/>
                </a:ext>
              </a:extLst>
            </p:cNvPr>
            <p:cNvSpPr txBox="1"/>
            <p:nvPr/>
          </p:nvSpPr>
          <p:spPr>
            <a:xfrm>
              <a:off x="10195068" y="320311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15</a:t>
              </a:r>
              <a:endParaRPr lang="zh-TW" altLang="en-US" dirty="0"/>
            </a:p>
          </p:txBody>
        </p:sp>
        <p:sp>
          <p:nvSpPr>
            <p:cNvPr id="259" name="文字方塊 258">
              <a:extLst>
                <a:ext uri="{FF2B5EF4-FFF2-40B4-BE49-F238E27FC236}">
                  <a16:creationId xmlns:a16="http://schemas.microsoft.com/office/drawing/2014/main" id="{4B0B2EB4-F4EB-42E4-93FF-7E7CA743BF70}"/>
                </a:ext>
              </a:extLst>
            </p:cNvPr>
            <p:cNvSpPr txBox="1"/>
            <p:nvPr/>
          </p:nvSpPr>
          <p:spPr>
            <a:xfrm>
              <a:off x="10253577" y="3773748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260" name="文字方塊 259">
              <a:extLst>
                <a:ext uri="{FF2B5EF4-FFF2-40B4-BE49-F238E27FC236}">
                  <a16:creationId xmlns:a16="http://schemas.microsoft.com/office/drawing/2014/main" id="{63975AED-4443-459C-BF6A-123C6336FA7C}"/>
                </a:ext>
              </a:extLst>
            </p:cNvPr>
            <p:cNvSpPr txBox="1"/>
            <p:nvPr/>
          </p:nvSpPr>
          <p:spPr>
            <a:xfrm>
              <a:off x="10253577" y="4344380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FB8FFCCD-81D4-498F-80B6-C560E10B8E6B}"/>
              </a:ext>
            </a:extLst>
          </p:cNvPr>
          <p:cNvGrpSpPr/>
          <p:nvPr/>
        </p:nvGrpSpPr>
        <p:grpSpPr>
          <a:xfrm>
            <a:off x="5426783" y="2951874"/>
            <a:ext cx="1195680" cy="782079"/>
            <a:chOff x="5426783" y="2951874"/>
            <a:chExt cx="1195680" cy="782079"/>
          </a:xfrm>
        </p:grpSpPr>
        <p:sp>
          <p:nvSpPr>
            <p:cNvPr id="2" name="箭號: 向左 1">
              <a:extLst>
                <a:ext uri="{FF2B5EF4-FFF2-40B4-BE49-F238E27FC236}">
                  <a16:creationId xmlns:a16="http://schemas.microsoft.com/office/drawing/2014/main" id="{B5B76246-1A67-444D-A398-DE9CD8162972}"/>
                </a:ext>
              </a:extLst>
            </p:cNvPr>
            <p:cNvSpPr/>
            <p:nvPr/>
          </p:nvSpPr>
          <p:spPr>
            <a:xfrm rot="3970777">
              <a:off x="5900414" y="3471990"/>
              <a:ext cx="350375" cy="173551"/>
            </a:xfrm>
            <a:prstGeom prst="leftArrow">
              <a:avLst>
                <a:gd name="adj1" fmla="val 17593"/>
                <a:gd name="adj2" fmla="val 12473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C52EEBB-5DA1-4DE7-AAA1-18FAE08F3C6D}"/>
                </a:ext>
              </a:extLst>
            </p:cNvPr>
            <p:cNvSpPr/>
            <p:nvPr/>
          </p:nvSpPr>
          <p:spPr>
            <a:xfrm>
              <a:off x="5426783" y="2951874"/>
              <a:ext cx="1195680" cy="39062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2 Streams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527F1455-893B-47E1-81A9-74E7A9CE42FC}"/>
              </a:ext>
            </a:extLst>
          </p:cNvPr>
          <p:cNvSpPr/>
          <p:nvPr/>
        </p:nvSpPr>
        <p:spPr>
          <a:xfrm>
            <a:off x="454253" y="449179"/>
            <a:ext cx="2450306" cy="11069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有手機板沒辦法用的問題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4851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群組 191">
            <a:extLst>
              <a:ext uri="{FF2B5EF4-FFF2-40B4-BE49-F238E27FC236}">
                <a16:creationId xmlns:a16="http://schemas.microsoft.com/office/drawing/2014/main" id="{F80B21B7-F316-44B6-8104-ED9B824A68C0}"/>
              </a:ext>
            </a:extLst>
          </p:cNvPr>
          <p:cNvGrpSpPr/>
          <p:nvPr/>
        </p:nvGrpSpPr>
        <p:grpSpPr>
          <a:xfrm>
            <a:off x="1738298" y="513895"/>
            <a:ext cx="8875474" cy="2661962"/>
            <a:chOff x="1738298" y="2051750"/>
            <a:chExt cx="8875474" cy="2661962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D7B9E7D8-0584-4C44-BE04-7481BE98C8A3}"/>
                </a:ext>
              </a:extLst>
            </p:cNvPr>
            <p:cNvSpPr/>
            <p:nvPr/>
          </p:nvSpPr>
          <p:spPr>
            <a:xfrm>
              <a:off x="266007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E51A4F3C-E062-4F3E-94B2-CB122031C321}"/>
                </a:ext>
              </a:extLst>
            </p:cNvPr>
            <p:cNvSpPr/>
            <p:nvPr/>
          </p:nvSpPr>
          <p:spPr>
            <a:xfrm>
              <a:off x="327823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FBD5B9FB-870D-42AC-8E16-6B1ABAF72733}"/>
                </a:ext>
              </a:extLst>
            </p:cNvPr>
            <p:cNvSpPr/>
            <p:nvPr/>
          </p:nvSpPr>
          <p:spPr>
            <a:xfrm>
              <a:off x="389640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2B0E7332-CDB4-4206-ACFF-D8CFD3942C4F}"/>
                </a:ext>
              </a:extLst>
            </p:cNvPr>
            <p:cNvSpPr/>
            <p:nvPr/>
          </p:nvSpPr>
          <p:spPr>
            <a:xfrm>
              <a:off x="451456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7" name="矩形 196">
              <a:extLst>
                <a:ext uri="{FF2B5EF4-FFF2-40B4-BE49-F238E27FC236}">
                  <a16:creationId xmlns:a16="http://schemas.microsoft.com/office/drawing/2014/main" id="{C88CED42-4FB2-42D4-83B1-80F028571905}"/>
                </a:ext>
              </a:extLst>
            </p:cNvPr>
            <p:cNvSpPr/>
            <p:nvPr/>
          </p:nvSpPr>
          <p:spPr>
            <a:xfrm>
              <a:off x="513273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8CA98C94-CF45-4671-88C9-2525B0C71285}"/>
                </a:ext>
              </a:extLst>
            </p:cNvPr>
            <p:cNvSpPr/>
            <p:nvPr/>
          </p:nvSpPr>
          <p:spPr>
            <a:xfrm>
              <a:off x="575089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67229E83-5FF6-4388-BF33-A0E12134E9AC}"/>
                </a:ext>
              </a:extLst>
            </p:cNvPr>
            <p:cNvSpPr/>
            <p:nvPr/>
          </p:nvSpPr>
          <p:spPr>
            <a:xfrm>
              <a:off x="636906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A9D0B88F-F3B7-4C1A-A4DD-D2FCCE6A8BB2}"/>
                </a:ext>
              </a:extLst>
            </p:cNvPr>
            <p:cNvSpPr/>
            <p:nvPr/>
          </p:nvSpPr>
          <p:spPr>
            <a:xfrm>
              <a:off x="698722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787C11BC-3B99-426D-8B8A-2657D49399A6}"/>
                </a:ext>
              </a:extLst>
            </p:cNvPr>
            <p:cNvSpPr/>
            <p:nvPr/>
          </p:nvSpPr>
          <p:spPr>
            <a:xfrm>
              <a:off x="760539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8C68271A-A2E2-488E-80C1-7EAA646EC119}"/>
                </a:ext>
              </a:extLst>
            </p:cNvPr>
            <p:cNvSpPr/>
            <p:nvPr/>
          </p:nvSpPr>
          <p:spPr>
            <a:xfrm>
              <a:off x="822355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0A93F2C9-1765-4863-8338-C9FC04A6F828}"/>
                </a:ext>
              </a:extLst>
            </p:cNvPr>
            <p:cNvSpPr/>
            <p:nvPr/>
          </p:nvSpPr>
          <p:spPr>
            <a:xfrm>
              <a:off x="884172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704C6B3F-9541-443D-9BB1-8A5E5E5B8D95}"/>
                </a:ext>
              </a:extLst>
            </p:cNvPr>
            <p:cNvSpPr/>
            <p:nvPr/>
          </p:nvSpPr>
          <p:spPr>
            <a:xfrm>
              <a:off x="9459886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FAF950FD-641A-4E08-9D23-8C0A9C214E4C}"/>
                </a:ext>
              </a:extLst>
            </p:cNvPr>
            <p:cNvSpPr/>
            <p:nvPr/>
          </p:nvSpPr>
          <p:spPr>
            <a:xfrm>
              <a:off x="2660073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6" name="矩形 205">
              <a:extLst>
                <a:ext uri="{FF2B5EF4-FFF2-40B4-BE49-F238E27FC236}">
                  <a16:creationId xmlns:a16="http://schemas.microsoft.com/office/drawing/2014/main" id="{BCEE3A47-A1BF-4A71-9AA3-24DEEF1323CB}"/>
                </a:ext>
              </a:extLst>
            </p:cNvPr>
            <p:cNvSpPr/>
            <p:nvPr/>
          </p:nvSpPr>
          <p:spPr>
            <a:xfrm>
              <a:off x="266007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7" name="矩形 206">
              <a:extLst>
                <a:ext uri="{FF2B5EF4-FFF2-40B4-BE49-F238E27FC236}">
                  <a16:creationId xmlns:a16="http://schemas.microsoft.com/office/drawing/2014/main" id="{1F499F61-5014-48D7-889E-70BC5ECBDB81}"/>
                </a:ext>
              </a:extLst>
            </p:cNvPr>
            <p:cNvSpPr/>
            <p:nvPr/>
          </p:nvSpPr>
          <p:spPr>
            <a:xfrm>
              <a:off x="266007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" name="文字方塊 207">
              <a:extLst>
                <a:ext uri="{FF2B5EF4-FFF2-40B4-BE49-F238E27FC236}">
                  <a16:creationId xmlns:a16="http://schemas.microsoft.com/office/drawing/2014/main" id="{53D498E2-4896-40B9-ADE9-3FD5DD6BBB5E}"/>
                </a:ext>
              </a:extLst>
            </p:cNvPr>
            <p:cNvSpPr txBox="1"/>
            <p:nvPr/>
          </p:nvSpPr>
          <p:spPr>
            <a:xfrm>
              <a:off x="2589220" y="2051750"/>
              <a:ext cx="490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Jan</a:t>
              </a:r>
              <a:endParaRPr lang="zh-TW" altLang="en-US" dirty="0"/>
            </a:p>
          </p:txBody>
        </p:sp>
        <p:sp>
          <p:nvSpPr>
            <p:cNvPr id="209" name="文字方塊 208">
              <a:extLst>
                <a:ext uri="{FF2B5EF4-FFF2-40B4-BE49-F238E27FC236}">
                  <a16:creationId xmlns:a16="http://schemas.microsoft.com/office/drawing/2014/main" id="{256E80C7-639E-4125-AF6E-2DA24CC47494}"/>
                </a:ext>
              </a:extLst>
            </p:cNvPr>
            <p:cNvSpPr txBox="1"/>
            <p:nvPr/>
          </p:nvSpPr>
          <p:spPr>
            <a:xfrm>
              <a:off x="3190650" y="2051750"/>
              <a:ext cx="524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Feb</a:t>
              </a:r>
              <a:endParaRPr lang="zh-TW" altLang="en-US" dirty="0"/>
            </a:p>
          </p:txBody>
        </p:sp>
        <p:sp>
          <p:nvSpPr>
            <p:cNvPr id="210" name="文字方塊 209">
              <a:extLst>
                <a:ext uri="{FF2B5EF4-FFF2-40B4-BE49-F238E27FC236}">
                  <a16:creationId xmlns:a16="http://schemas.microsoft.com/office/drawing/2014/main" id="{086331BA-C8BC-4278-86DE-87F1D9243672}"/>
                </a:ext>
              </a:extLst>
            </p:cNvPr>
            <p:cNvSpPr txBox="1"/>
            <p:nvPr/>
          </p:nvSpPr>
          <p:spPr>
            <a:xfrm>
              <a:off x="3784673" y="2051750"/>
              <a:ext cx="5725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Mar</a:t>
              </a:r>
              <a:endParaRPr lang="zh-TW" altLang="en-US" dirty="0"/>
            </a:p>
          </p:txBody>
        </p:sp>
        <p:sp>
          <p:nvSpPr>
            <p:cNvPr id="211" name="文字方塊 210">
              <a:extLst>
                <a:ext uri="{FF2B5EF4-FFF2-40B4-BE49-F238E27FC236}">
                  <a16:creationId xmlns:a16="http://schemas.microsoft.com/office/drawing/2014/main" id="{22CD9EBA-9B82-4F34-B67F-7AE5FA2A37A0}"/>
                </a:ext>
              </a:extLst>
            </p:cNvPr>
            <p:cNvSpPr txBox="1"/>
            <p:nvPr/>
          </p:nvSpPr>
          <p:spPr>
            <a:xfrm>
              <a:off x="4429288" y="205175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Apr</a:t>
              </a:r>
              <a:endParaRPr lang="zh-TW" altLang="en-US" dirty="0"/>
            </a:p>
          </p:txBody>
        </p:sp>
        <p:sp>
          <p:nvSpPr>
            <p:cNvPr id="212" name="文字方塊 211">
              <a:extLst>
                <a:ext uri="{FF2B5EF4-FFF2-40B4-BE49-F238E27FC236}">
                  <a16:creationId xmlns:a16="http://schemas.microsoft.com/office/drawing/2014/main" id="{C388BB76-4F2C-4200-987C-A3162DACE921}"/>
                </a:ext>
              </a:extLst>
            </p:cNvPr>
            <p:cNvSpPr txBox="1"/>
            <p:nvPr/>
          </p:nvSpPr>
          <p:spPr>
            <a:xfrm>
              <a:off x="5011129" y="2051750"/>
              <a:ext cx="592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May</a:t>
              </a:r>
              <a:endParaRPr lang="zh-TW" altLang="en-US" dirty="0"/>
            </a:p>
          </p:txBody>
        </p:sp>
        <p:sp>
          <p:nvSpPr>
            <p:cNvPr id="213" name="文字方塊 212">
              <a:extLst>
                <a:ext uri="{FF2B5EF4-FFF2-40B4-BE49-F238E27FC236}">
                  <a16:creationId xmlns:a16="http://schemas.microsoft.com/office/drawing/2014/main" id="{120B77E3-656F-4DDD-80F8-6588C5F161FE}"/>
                </a:ext>
              </a:extLst>
            </p:cNvPr>
            <p:cNvSpPr txBox="1"/>
            <p:nvPr/>
          </p:nvSpPr>
          <p:spPr>
            <a:xfrm>
              <a:off x="5674435" y="2051750"/>
              <a:ext cx="502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Jun</a:t>
              </a:r>
              <a:endParaRPr lang="zh-TW" altLang="en-US" dirty="0"/>
            </a:p>
          </p:txBody>
        </p:sp>
        <p:sp>
          <p:nvSpPr>
            <p:cNvPr id="214" name="文字方塊 213">
              <a:extLst>
                <a:ext uri="{FF2B5EF4-FFF2-40B4-BE49-F238E27FC236}">
                  <a16:creationId xmlns:a16="http://schemas.microsoft.com/office/drawing/2014/main" id="{896AF1B2-2CB0-4CBE-AAFE-25A69CCF1FDF}"/>
                </a:ext>
              </a:extLst>
            </p:cNvPr>
            <p:cNvSpPr txBox="1"/>
            <p:nvPr/>
          </p:nvSpPr>
          <p:spPr>
            <a:xfrm>
              <a:off x="6327065" y="2051750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Jul</a:t>
              </a:r>
              <a:endParaRPr lang="zh-TW" altLang="en-US" dirty="0"/>
            </a:p>
          </p:txBody>
        </p:sp>
        <p:sp>
          <p:nvSpPr>
            <p:cNvPr id="215" name="文字方塊 214">
              <a:extLst>
                <a:ext uri="{FF2B5EF4-FFF2-40B4-BE49-F238E27FC236}">
                  <a16:creationId xmlns:a16="http://schemas.microsoft.com/office/drawing/2014/main" id="{37DD5DF1-C869-4506-92DE-F87C91514E30}"/>
                </a:ext>
              </a:extLst>
            </p:cNvPr>
            <p:cNvSpPr txBox="1"/>
            <p:nvPr/>
          </p:nvSpPr>
          <p:spPr>
            <a:xfrm>
              <a:off x="9364186" y="2051750"/>
              <a:ext cx="540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Dec</a:t>
              </a:r>
              <a:endParaRPr lang="zh-TW" altLang="en-US" dirty="0"/>
            </a:p>
          </p:txBody>
        </p:sp>
        <p:sp>
          <p:nvSpPr>
            <p:cNvPr id="216" name="文字方塊 215">
              <a:extLst>
                <a:ext uri="{FF2B5EF4-FFF2-40B4-BE49-F238E27FC236}">
                  <a16:creationId xmlns:a16="http://schemas.microsoft.com/office/drawing/2014/main" id="{127ED4E1-ED19-499C-8A71-6BF4D6C3CCF8}"/>
                </a:ext>
              </a:extLst>
            </p:cNvPr>
            <p:cNvSpPr txBox="1"/>
            <p:nvPr/>
          </p:nvSpPr>
          <p:spPr>
            <a:xfrm>
              <a:off x="8736918" y="2051750"/>
              <a:ext cx="558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Nov</a:t>
              </a:r>
              <a:endParaRPr lang="zh-TW" altLang="en-US" dirty="0"/>
            </a:p>
          </p:txBody>
        </p:sp>
        <p:sp>
          <p:nvSpPr>
            <p:cNvPr id="217" name="文字方塊 216">
              <a:extLst>
                <a:ext uri="{FF2B5EF4-FFF2-40B4-BE49-F238E27FC236}">
                  <a16:creationId xmlns:a16="http://schemas.microsoft.com/office/drawing/2014/main" id="{8E51DA71-740C-431F-B6DF-EC35D7EB722A}"/>
                </a:ext>
              </a:extLst>
            </p:cNvPr>
            <p:cNvSpPr txBox="1"/>
            <p:nvPr/>
          </p:nvSpPr>
          <p:spPr>
            <a:xfrm>
              <a:off x="8142285" y="2051750"/>
              <a:ext cx="511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Oct</a:t>
              </a:r>
              <a:endParaRPr lang="zh-TW" altLang="en-US" dirty="0"/>
            </a:p>
          </p:txBody>
        </p:sp>
        <p:sp>
          <p:nvSpPr>
            <p:cNvPr id="218" name="文字方塊 217">
              <a:extLst>
                <a:ext uri="{FF2B5EF4-FFF2-40B4-BE49-F238E27FC236}">
                  <a16:creationId xmlns:a16="http://schemas.microsoft.com/office/drawing/2014/main" id="{2288B278-3284-4E44-8643-EC615CC416FA}"/>
                </a:ext>
              </a:extLst>
            </p:cNvPr>
            <p:cNvSpPr txBox="1"/>
            <p:nvPr/>
          </p:nvSpPr>
          <p:spPr>
            <a:xfrm>
              <a:off x="7516106" y="2051750"/>
              <a:ext cx="527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Sep</a:t>
              </a:r>
              <a:endParaRPr lang="zh-TW" altLang="en-US" dirty="0"/>
            </a:p>
          </p:txBody>
        </p:sp>
        <p:sp>
          <p:nvSpPr>
            <p:cNvPr id="219" name="文字方塊 218">
              <a:extLst>
                <a:ext uri="{FF2B5EF4-FFF2-40B4-BE49-F238E27FC236}">
                  <a16:creationId xmlns:a16="http://schemas.microsoft.com/office/drawing/2014/main" id="{F38D79AD-B32E-4A45-BC53-FEB262F61A39}"/>
                </a:ext>
              </a:extLst>
            </p:cNvPr>
            <p:cNvSpPr txBox="1"/>
            <p:nvPr/>
          </p:nvSpPr>
          <p:spPr>
            <a:xfrm>
              <a:off x="6887521" y="2051750"/>
              <a:ext cx="548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Aug</a:t>
              </a:r>
              <a:endParaRPr lang="zh-TW" altLang="en-US" dirty="0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2620F61B-9A63-4350-B4C4-FCB844BD65DA}"/>
                </a:ext>
              </a:extLst>
            </p:cNvPr>
            <p:cNvSpPr/>
            <p:nvPr/>
          </p:nvSpPr>
          <p:spPr>
            <a:xfrm>
              <a:off x="3278238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1" name="矩形 220">
              <a:extLst>
                <a:ext uri="{FF2B5EF4-FFF2-40B4-BE49-F238E27FC236}">
                  <a16:creationId xmlns:a16="http://schemas.microsoft.com/office/drawing/2014/main" id="{B638B06E-5109-44E2-ACCA-C739EC615B41}"/>
                </a:ext>
              </a:extLst>
            </p:cNvPr>
            <p:cNvSpPr/>
            <p:nvPr/>
          </p:nvSpPr>
          <p:spPr>
            <a:xfrm>
              <a:off x="3896403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BA37FB6F-9CD4-4211-B061-5D51E818E14A}"/>
                </a:ext>
              </a:extLst>
            </p:cNvPr>
            <p:cNvSpPr/>
            <p:nvPr/>
          </p:nvSpPr>
          <p:spPr>
            <a:xfrm>
              <a:off x="4514568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27E07A29-54A4-4267-97E1-41678BF25CED}"/>
                </a:ext>
              </a:extLst>
            </p:cNvPr>
            <p:cNvSpPr/>
            <p:nvPr/>
          </p:nvSpPr>
          <p:spPr>
            <a:xfrm>
              <a:off x="5132733" y="3213214"/>
              <a:ext cx="349134" cy="3491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6B64B4BC-243B-47FF-AFBD-E643EB4FA706}"/>
                </a:ext>
              </a:extLst>
            </p:cNvPr>
            <p:cNvSpPr/>
            <p:nvPr/>
          </p:nvSpPr>
          <p:spPr>
            <a:xfrm>
              <a:off x="5750898" y="3213214"/>
              <a:ext cx="349134" cy="3491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67AD9907-6C2B-483F-A064-19934EB862F0}"/>
                </a:ext>
              </a:extLst>
            </p:cNvPr>
            <p:cNvSpPr/>
            <p:nvPr/>
          </p:nvSpPr>
          <p:spPr>
            <a:xfrm>
              <a:off x="6369063" y="3213214"/>
              <a:ext cx="349134" cy="34913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2D55166D-CB44-46CC-8BB9-2EB3AAA6A186}"/>
                </a:ext>
              </a:extLst>
            </p:cNvPr>
            <p:cNvSpPr/>
            <p:nvPr/>
          </p:nvSpPr>
          <p:spPr>
            <a:xfrm>
              <a:off x="6987228" y="3213214"/>
              <a:ext cx="349134" cy="34913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7" name="矩形 226">
              <a:extLst>
                <a:ext uri="{FF2B5EF4-FFF2-40B4-BE49-F238E27FC236}">
                  <a16:creationId xmlns:a16="http://schemas.microsoft.com/office/drawing/2014/main" id="{1CE447C0-B0C5-434C-B769-4792083F199A}"/>
                </a:ext>
              </a:extLst>
            </p:cNvPr>
            <p:cNvSpPr/>
            <p:nvPr/>
          </p:nvSpPr>
          <p:spPr>
            <a:xfrm>
              <a:off x="7605393" y="3213214"/>
              <a:ext cx="349134" cy="3491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9F41F13E-65CD-42D0-AEB7-368D0A62685E}"/>
                </a:ext>
              </a:extLst>
            </p:cNvPr>
            <p:cNvSpPr/>
            <p:nvPr/>
          </p:nvSpPr>
          <p:spPr>
            <a:xfrm>
              <a:off x="8223558" y="3213214"/>
              <a:ext cx="349134" cy="3491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F9E0A92C-7397-4503-8979-B42FC0B1A6F7}"/>
                </a:ext>
              </a:extLst>
            </p:cNvPr>
            <p:cNvSpPr/>
            <p:nvPr/>
          </p:nvSpPr>
          <p:spPr>
            <a:xfrm>
              <a:off x="8841723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FCA585F3-83E3-45F6-BD9F-6C1F216948E9}"/>
                </a:ext>
              </a:extLst>
            </p:cNvPr>
            <p:cNvSpPr/>
            <p:nvPr/>
          </p:nvSpPr>
          <p:spPr>
            <a:xfrm>
              <a:off x="9459886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EFA13C44-73AA-4816-8D31-71B86746E07A}"/>
                </a:ext>
              </a:extLst>
            </p:cNvPr>
            <p:cNvSpPr/>
            <p:nvPr/>
          </p:nvSpPr>
          <p:spPr>
            <a:xfrm>
              <a:off x="327823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B9483705-0C8B-4CFE-8F8C-DA23E31BDBF2}"/>
                </a:ext>
              </a:extLst>
            </p:cNvPr>
            <p:cNvSpPr/>
            <p:nvPr/>
          </p:nvSpPr>
          <p:spPr>
            <a:xfrm>
              <a:off x="389640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3" name="矩形 232">
              <a:extLst>
                <a:ext uri="{FF2B5EF4-FFF2-40B4-BE49-F238E27FC236}">
                  <a16:creationId xmlns:a16="http://schemas.microsoft.com/office/drawing/2014/main" id="{0EEA024B-E13E-47EA-8DA9-B277BA6AEDAA}"/>
                </a:ext>
              </a:extLst>
            </p:cNvPr>
            <p:cNvSpPr/>
            <p:nvPr/>
          </p:nvSpPr>
          <p:spPr>
            <a:xfrm>
              <a:off x="451456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4" name="矩形 233">
              <a:extLst>
                <a:ext uri="{FF2B5EF4-FFF2-40B4-BE49-F238E27FC236}">
                  <a16:creationId xmlns:a16="http://schemas.microsoft.com/office/drawing/2014/main" id="{CEBD539C-286C-4186-9B00-C8C9CD8EA9AD}"/>
                </a:ext>
              </a:extLst>
            </p:cNvPr>
            <p:cNvSpPr/>
            <p:nvPr/>
          </p:nvSpPr>
          <p:spPr>
            <a:xfrm>
              <a:off x="513273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5" name="矩形 234">
              <a:extLst>
                <a:ext uri="{FF2B5EF4-FFF2-40B4-BE49-F238E27FC236}">
                  <a16:creationId xmlns:a16="http://schemas.microsoft.com/office/drawing/2014/main" id="{D631B32D-EDF0-4F5C-812B-5C5330350BCC}"/>
                </a:ext>
              </a:extLst>
            </p:cNvPr>
            <p:cNvSpPr/>
            <p:nvPr/>
          </p:nvSpPr>
          <p:spPr>
            <a:xfrm>
              <a:off x="575089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6" name="矩形 235">
              <a:extLst>
                <a:ext uri="{FF2B5EF4-FFF2-40B4-BE49-F238E27FC236}">
                  <a16:creationId xmlns:a16="http://schemas.microsoft.com/office/drawing/2014/main" id="{EA509545-62CA-4F8B-AE65-E8D682C66C49}"/>
                </a:ext>
              </a:extLst>
            </p:cNvPr>
            <p:cNvSpPr/>
            <p:nvPr/>
          </p:nvSpPr>
          <p:spPr>
            <a:xfrm>
              <a:off x="636906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7" name="矩形 236">
              <a:extLst>
                <a:ext uri="{FF2B5EF4-FFF2-40B4-BE49-F238E27FC236}">
                  <a16:creationId xmlns:a16="http://schemas.microsoft.com/office/drawing/2014/main" id="{77A1590C-994A-4A65-B861-B620E9B045DA}"/>
                </a:ext>
              </a:extLst>
            </p:cNvPr>
            <p:cNvSpPr/>
            <p:nvPr/>
          </p:nvSpPr>
          <p:spPr>
            <a:xfrm>
              <a:off x="698722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8" name="矩形 237">
              <a:extLst>
                <a:ext uri="{FF2B5EF4-FFF2-40B4-BE49-F238E27FC236}">
                  <a16:creationId xmlns:a16="http://schemas.microsoft.com/office/drawing/2014/main" id="{1D368279-7B93-4AA3-AFB1-89EDB5ACA66B}"/>
                </a:ext>
              </a:extLst>
            </p:cNvPr>
            <p:cNvSpPr/>
            <p:nvPr/>
          </p:nvSpPr>
          <p:spPr>
            <a:xfrm>
              <a:off x="760539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9" name="矩形 238">
              <a:extLst>
                <a:ext uri="{FF2B5EF4-FFF2-40B4-BE49-F238E27FC236}">
                  <a16:creationId xmlns:a16="http://schemas.microsoft.com/office/drawing/2014/main" id="{D68A43EB-4784-44AD-94D3-B7A397A92266}"/>
                </a:ext>
              </a:extLst>
            </p:cNvPr>
            <p:cNvSpPr/>
            <p:nvPr/>
          </p:nvSpPr>
          <p:spPr>
            <a:xfrm>
              <a:off x="822355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0" name="矩形 239">
              <a:extLst>
                <a:ext uri="{FF2B5EF4-FFF2-40B4-BE49-F238E27FC236}">
                  <a16:creationId xmlns:a16="http://schemas.microsoft.com/office/drawing/2014/main" id="{1AF24C26-0649-4DA8-BF2D-0C306F38F2C5}"/>
                </a:ext>
              </a:extLst>
            </p:cNvPr>
            <p:cNvSpPr/>
            <p:nvPr/>
          </p:nvSpPr>
          <p:spPr>
            <a:xfrm>
              <a:off x="884172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5060AE89-1A97-439A-8BDA-5C7ABD1D1C5A}"/>
                </a:ext>
              </a:extLst>
            </p:cNvPr>
            <p:cNvSpPr/>
            <p:nvPr/>
          </p:nvSpPr>
          <p:spPr>
            <a:xfrm>
              <a:off x="9459886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1D42C915-042A-46DB-A158-F51E386E4878}"/>
                </a:ext>
              </a:extLst>
            </p:cNvPr>
            <p:cNvSpPr/>
            <p:nvPr/>
          </p:nvSpPr>
          <p:spPr>
            <a:xfrm>
              <a:off x="327823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27AF5CE3-B8D5-48EA-B4CB-6BAE681FD20D}"/>
                </a:ext>
              </a:extLst>
            </p:cNvPr>
            <p:cNvSpPr/>
            <p:nvPr/>
          </p:nvSpPr>
          <p:spPr>
            <a:xfrm>
              <a:off x="389640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7A4418BB-00F8-433E-BD33-FD2889C0EA69}"/>
                </a:ext>
              </a:extLst>
            </p:cNvPr>
            <p:cNvSpPr/>
            <p:nvPr/>
          </p:nvSpPr>
          <p:spPr>
            <a:xfrm>
              <a:off x="451456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388F42DF-58C4-493E-A9F9-CB7E9413EEA0}"/>
                </a:ext>
              </a:extLst>
            </p:cNvPr>
            <p:cNvSpPr/>
            <p:nvPr/>
          </p:nvSpPr>
          <p:spPr>
            <a:xfrm>
              <a:off x="513273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6" name="矩形 245">
              <a:extLst>
                <a:ext uri="{FF2B5EF4-FFF2-40B4-BE49-F238E27FC236}">
                  <a16:creationId xmlns:a16="http://schemas.microsoft.com/office/drawing/2014/main" id="{216FB3DF-C00A-4DA9-9949-E4D6D98CE495}"/>
                </a:ext>
              </a:extLst>
            </p:cNvPr>
            <p:cNvSpPr/>
            <p:nvPr/>
          </p:nvSpPr>
          <p:spPr>
            <a:xfrm>
              <a:off x="575089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7" name="矩形 246">
              <a:extLst>
                <a:ext uri="{FF2B5EF4-FFF2-40B4-BE49-F238E27FC236}">
                  <a16:creationId xmlns:a16="http://schemas.microsoft.com/office/drawing/2014/main" id="{95D66805-302C-4834-B412-3ECBFC5F3835}"/>
                </a:ext>
              </a:extLst>
            </p:cNvPr>
            <p:cNvSpPr/>
            <p:nvPr/>
          </p:nvSpPr>
          <p:spPr>
            <a:xfrm>
              <a:off x="636906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8" name="矩形 247">
              <a:extLst>
                <a:ext uri="{FF2B5EF4-FFF2-40B4-BE49-F238E27FC236}">
                  <a16:creationId xmlns:a16="http://schemas.microsoft.com/office/drawing/2014/main" id="{D5CC1DD0-8B7F-4FA4-A4ED-6940A11C79B9}"/>
                </a:ext>
              </a:extLst>
            </p:cNvPr>
            <p:cNvSpPr/>
            <p:nvPr/>
          </p:nvSpPr>
          <p:spPr>
            <a:xfrm>
              <a:off x="698722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9" name="矩形 248">
              <a:extLst>
                <a:ext uri="{FF2B5EF4-FFF2-40B4-BE49-F238E27FC236}">
                  <a16:creationId xmlns:a16="http://schemas.microsoft.com/office/drawing/2014/main" id="{938423AB-FD39-404A-A88A-1C50713A40D1}"/>
                </a:ext>
              </a:extLst>
            </p:cNvPr>
            <p:cNvSpPr/>
            <p:nvPr/>
          </p:nvSpPr>
          <p:spPr>
            <a:xfrm>
              <a:off x="760539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82CB34E6-070E-4429-8044-9EAB8935A8BB}"/>
                </a:ext>
              </a:extLst>
            </p:cNvPr>
            <p:cNvSpPr/>
            <p:nvPr/>
          </p:nvSpPr>
          <p:spPr>
            <a:xfrm>
              <a:off x="822355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C8E30520-B7C6-4210-93CA-3029CB87084E}"/>
                </a:ext>
              </a:extLst>
            </p:cNvPr>
            <p:cNvSpPr/>
            <p:nvPr/>
          </p:nvSpPr>
          <p:spPr>
            <a:xfrm>
              <a:off x="884172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716CCEB5-E911-49D7-B266-28BC691793FC}"/>
                </a:ext>
              </a:extLst>
            </p:cNvPr>
            <p:cNvSpPr/>
            <p:nvPr/>
          </p:nvSpPr>
          <p:spPr>
            <a:xfrm>
              <a:off x="9459886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3" name="文字方塊 252">
              <a:extLst>
                <a:ext uri="{FF2B5EF4-FFF2-40B4-BE49-F238E27FC236}">
                  <a16:creationId xmlns:a16="http://schemas.microsoft.com/office/drawing/2014/main" id="{05B77562-6173-4017-8F20-DD865B6B1944}"/>
                </a:ext>
              </a:extLst>
            </p:cNvPr>
            <p:cNvSpPr txBox="1"/>
            <p:nvPr/>
          </p:nvSpPr>
          <p:spPr>
            <a:xfrm>
              <a:off x="1738299" y="262238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2026</a:t>
              </a:r>
              <a:endParaRPr lang="zh-TW" altLang="en-US" dirty="0"/>
            </a:p>
          </p:txBody>
        </p:sp>
        <p:sp>
          <p:nvSpPr>
            <p:cNvPr id="254" name="文字方塊 253">
              <a:extLst>
                <a:ext uri="{FF2B5EF4-FFF2-40B4-BE49-F238E27FC236}">
                  <a16:creationId xmlns:a16="http://schemas.microsoft.com/office/drawing/2014/main" id="{AE0EDA53-8E62-43C2-A9AE-D5CACFBD07F7}"/>
                </a:ext>
              </a:extLst>
            </p:cNvPr>
            <p:cNvSpPr txBox="1"/>
            <p:nvPr/>
          </p:nvSpPr>
          <p:spPr>
            <a:xfrm>
              <a:off x="1738298" y="3203115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2025</a:t>
              </a:r>
              <a:endParaRPr lang="zh-TW" altLang="en-US" dirty="0"/>
            </a:p>
          </p:txBody>
        </p:sp>
        <p:sp>
          <p:nvSpPr>
            <p:cNvPr id="255" name="文字方塊 254">
              <a:extLst>
                <a:ext uri="{FF2B5EF4-FFF2-40B4-BE49-F238E27FC236}">
                  <a16:creationId xmlns:a16="http://schemas.microsoft.com/office/drawing/2014/main" id="{5EEA7D1D-C80F-4084-A088-5FB945B0CD9A}"/>
                </a:ext>
              </a:extLst>
            </p:cNvPr>
            <p:cNvSpPr txBox="1"/>
            <p:nvPr/>
          </p:nvSpPr>
          <p:spPr>
            <a:xfrm>
              <a:off x="1738298" y="3773748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2024</a:t>
              </a:r>
              <a:endParaRPr lang="zh-TW" altLang="en-US" dirty="0"/>
            </a:p>
          </p:txBody>
        </p:sp>
        <p:sp>
          <p:nvSpPr>
            <p:cNvPr id="256" name="文字方塊 255">
              <a:extLst>
                <a:ext uri="{FF2B5EF4-FFF2-40B4-BE49-F238E27FC236}">
                  <a16:creationId xmlns:a16="http://schemas.microsoft.com/office/drawing/2014/main" id="{A2942277-C88B-494B-B054-752B77F7BF24}"/>
                </a:ext>
              </a:extLst>
            </p:cNvPr>
            <p:cNvSpPr txBox="1"/>
            <p:nvPr/>
          </p:nvSpPr>
          <p:spPr>
            <a:xfrm>
              <a:off x="1738298" y="4344380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2023</a:t>
              </a:r>
              <a:endParaRPr lang="zh-TW" altLang="en-US" dirty="0"/>
            </a:p>
          </p:txBody>
        </p:sp>
        <p:sp>
          <p:nvSpPr>
            <p:cNvPr id="257" name="文字方塊 256">
              <a:extLst>
                <a:ext uri="{FF2B5EF4-FFF2-40B4-BE49-F238E27FC236}">
                  <a16:creationId xmlns:a16="http://schemas.microsoft.com/office/drawing/2014/main" id="{F5BF0C96-4E40-4EA5-93CB-B0C431535F6B}"/>
                </a:ext>
              </a:extLst>
            </p:cNvPr>
            <p:cNvSpPr txBox="1"/>
            <p:nvPr/>
          </p:nvSpPr>
          <p:spPr>
            <a:xfrm>
              <a:off x="10253578" y="2622383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258" name="文字方塊 257">
              <a:extLst>
                <a:ext uri="{FF2B5EF4-FFF2-40B4-BE49-F238E27FC236}">
                  <a16:creationId xmlns:a16="http://schemas.microsoft.com/office/drawing/2014/main" id="{B223C395-A13C-42F7-B569-62CAC63E2C10}"/>
                </a:ext>
              </a:extLst>
            </p:cNvPr>
            <p:cNvSpPr txBox="1"/>
            <p:nvPr/>
          </p:nvSpPr>
          <p:spPr>
            <a:xfrm>
              <a:off x="10195068" y="320311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15</a:t>
              </a:r>
              <a:endParaRPr lang="zh-TW" altLang="en-US" dirty="0"/>
            </a:p>
          </p:txBody>
        </p:sp>
        <p:sp>
          <p:nvSpPr>
            <p:cNvPr id="259" name="文字方塊 258">
              <a:extLst>
                <a:ext uri="{FF2B5EF4-FFF2-40B4-BE49-F238E27FC236}">
                  <a16:creationId xmlns:a16="http://schemas.microsoft.com/office/drawing/2014/main" id="{4B0B2EB4-F4EB-42E4-93FF-7E7CA743BF70}"/>
                </a:ext>
              </a:extLst>
            </p:cNvPr>
            <p:cNvSpPr txBox="1"/>
            <p:nvPr/>
          </p:nvSpPr>
          <p:spPr>
            <a:xfrm>
              <a:off x="10253577" y="3773748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260" name="文字方塊 259">
              <a:extLst>
                <a:ext uri="{FF2B5EF4-FFF2-40B4-BE49-F238E27FC236}">
                  <a16:creationId xmlns:a16="http://schemas.microsoft.com/office/drawing/2014/main" id="{63975AED-4443-459C-BF6A-123C6336FA7C}"/>
                </a:ext>
              </a:extLst>
            </p:cNvPr>
            <p:cNvSpPr txBox="1"/>
            <p:nvPr/>
          </p:nvSpPr>
          <p:spPr>
            <a:xfrm>
              <a:off x="10253577" y="4344380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FB8FFCCD-81D4-498F-80B6-C560E10B8E6B}"/>
              </a:ext>
            </a:extLst>
          </p:cNvPr>
          <p:cNvGrpSpPr/>
          <p:nvPr/>
        </p:nvGrpSpPr>
        <p:grpSpPr>
          <a:xfrm>
            <a:off x="5426783" y="1414019"/>
            <a:ext cx="1195680" cy="782079"/>
            <a:chOff x="5426783" y="2951874"/>
            <a:chExt cx="1195680" cy="782079"/>
          </a:xfrm>
        </p:grpSpPr>
        <p:sp>
          <p:nvSpPr>
            <p:cNvPr id="2" name="箭號: 向左 1">
              <a:extLst>
                <a:ext uri="{FF2B5EF4-FFF2-40B4-BE49-F238E27FC236}">
                  <a16:creationId xmlns:a16="http://schemas.microsoft.com/office/drawing/2014/main" id="{B5B76246-1A67-444D-A398-DE9CD8162972}"/>
                </a:ext>
              </a:extLst>
            </p:cNvPr>
            <p:cNvSpPr/>
            <p:nvPr/>
          </p:nvSpPr>
          <p:spPr>
            <a:xfrm rot="3970777">
              <a:off x="5900414" y="3471990"/>
              <a:ext cx="350375" cy="173551"/>
            </a:xfrm>
            <a:prstGeom prst="leftArrow">
              <a:avLst>
                <a:gd name="adj1" fmla="val 17593"/>
                <a:gd name="adj2" fmla="val 12473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C52EEBB-5DA1-4DE7-AAA1-18FAE08F3C6D}"/>
                </a:ext>
              </a:extLst>
            </p:cNvPr>
            <p:cNvSpPr/>
            <p:nvPr/>
          </p:nvSpPr>
          <p:spPr>
            <a:xfrm>
              <a:off x="5426783" y="2951874"/>
              <a:ext cx="1195680" cy="39062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2 Streams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語音泡泡: 矩形 2">
            <a:extLst>
              <a:ext uri="{FF2B5EF4-FFF2-40B4-BE49-F238E27FC236}">
                <a16:creationId xmlns:a16="http://schemas.microsoft.com/office/drawing/2014/main" id="{731F86E4-BE64-464E-BC78-A7AA456B2407}"/>
              </a:ext>
            </a:extLst>
          </p:cNvPr>
          <p:cNvSpPr/>
          <p:nvPr/>
        </p:nvSpPr>
        <p:spPr>
          <a:xfrm>
            <a:off x="6759230" y="1446688"/>
            <a:ext cx="1259553" cy="587904"/>
          </a:xfrm>
          <a:prstGeom prst="wedgeRectCallout">
            <a:avLst>
              <a:gd name="adj1" fmla="val -93430"/>
              <a:gd name="adj2" fmla="val 2944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Click!</a:t>
            </a:r>
            <a:endParaRPr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7B2DD8E-7BA2-49EA-A1BB-B7EF523F7A48}"/>
              </a:ext>
            </a:extLst>
          </p:cNvPr>
          <p:cNvCxnSpPr>
            <a:cxnSpLocks/>
          </p:cNvCxnSpPr>
          <p:nvPr/>
        </p:nvCxnSpPr>
        <p:spPr>
          <a:xfrm>
            <a:off x="282633" y="3429000"/>
            <a:ext cx="11612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群組 149">
            <a:extLst>
              <a:ext uri="{FF2B5EF4-FFF2-40B4-BE49-F238E27FC236}">
                <a16:creationId xmlns:a16="http://schemas.microsoft.com/office/drawing/2014/main" id="{7F374613-B718-4651-A7C8-E4BF83878A2F}"/>
              </a:ext>
            </a:extLst>
          </p:cNvPr>
          <p:cNvGrpSpPr/>
          <p:nvPr/>
        </p:nvGrpSpPr>
        <p:grpSpPr>
          <a:xfrm>
            <a:off x="1738298" y="3714295"/>
            <a:ext cx="8875474" cy="2661962"/>
            <a:chOff x="1738298" y="2051750"/>
            <a:chExt cx="8875474" cy="2661962"/>
          </a:xfrm>
        </p:grpSpPr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1AEDAF27-DDF5-4ACD-8E1E-B0F0EB390160}"/>
                </a:ext>
              </a:extLst>
            </p:cNvPr>
            <p:cNvSpPr/>
            <p:nvPr/>
          </p:nvSpPr>
          <p:spPr>
            <a:xfrm>
              <a:off x="266007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E1FBD445-DF87-465B-BB8D-A18DB83D614E}"/>
                </a:ext>
              </a:extLst>
            </p:cNvPr>
            <p:cNvSpPr/>
            <p:nvPr/>
          </p:nvSpPr>
          <p:spPr>
            <a:xfrm>
              <a:off x="327823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05452027-12DD-4873-A320-D4855C0BCBDE}"/>
                </a:ext>
              </a:extLst>
            </p:cNvPr>
            <p:cNvSpPr/>
            <p:nvPr/>
          </p:nvSpPr>
          <p:spPr>
            <a:xfrm>
              <a:off x="389640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8F5127DC-D3E5-451F-AFBD-AA58F25FCBA0}"/>
                </a:ext>
              </a:extLst>
            </p:cNvPr>
            <p:cNvSpPr/>
            <p:nvPr/>
          </p:nvSpPr>
          <p:spPr>
            <a:xfrm>
              <a:off x="451456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5" name="矩形 154">
              <a:extLst>
                <a:ext uri="{FF2B5EF4-FFF2-40B4-BE49-F238E27FC236}">
                  <a16:creationId xmlns:a16="http://schemas.microsoft.com/office/drawing/2014/main" id="{3273F4DA-218B-4C7E-B8C3-68489ADC261C}"/>
                </a:ext>
              </a:extLst>
            </p:cNvPr>
            <p:cNvSpPr/>
            <p:nvPr/>
          </p:nvSpPr>
          <p:spPr>
            <a:xfrm>
              <a:off x="513273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6" name="矩形 155">
              <a:extLst>
                <a:ext uri="{FF2B5EF4-FFF2-40B4-BE49-F238E27FC236}">
                  <a16:creationId xmlns:a16="http://schemas.microsoft.com/office/drawing/2014/main" id="{D8E600F3-A595-4370-AF78-495B4891E789}"/>
                </a:ext>
              </a:extLst>
            </p:cNvPr>
            <p:cNvSpPr/>
            <p:nvPr/>
          </p:nvSpPr>
          <p:spPr>
            <a:xfrm>
              <a:off x="575089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7" name="矩形 156">
              <a:extLst>
                <a:ext uri="{FF2B5EF4-FFF2-40B4-BE49-F238E27FC236}">
                  <a16:creationId xmlns:a16="http://schemas.microsoft.com/office/drawing/2014/main" id="{3891351E-87B4-4B99-96B7-7194EE6CE5BB}"/>
                </a:ext>
              </a:extLst>
            </p:cNvPr>
            <p:cNvSpPr/>
            <p:nvPr/>
          </p:nvSpPr>
          <p:spPr>
            <a:xfrm>
              <a:off x="636906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8" name="矩形 157">
              <a:extLst>
                <a:ext uri="{FF2B5EF4-FFF2-40B4-BE49-F238E27FC236}">
                  <a16:creationId xmlns:a16="http://schemas.microsoft.com/office/drawing/2014/main" id="{70CF5AD3-7224-4623-8117-4B8D4F90C625}"/>
                </a:ext>
              </a:extLst>
            </p:cNvPr>
            <p:cNvSpPr/>
            <p:nvPr/>
          </p:nvSpPr>
          <p:spPr>
            <a:xfrm>
              <a:off x="698722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9" name="矩形 158">
              <a:extLst>
                <a:ext uri="{FF2B5EF4-FFF2-40B4-BE49-F238E27FC236}">
                  <a16:creationId xmlns:a16="http://schemas.microsoft.com/office/drawing/2014/main" id="{90F2DAC9-62DB-4C2F-9758-4729E2990AA7}"/>
                </a:ext>
              </a:extLst>
            </p:cNvPr>
            <p:cNvSpPr/>
            <p:nvPr/>
          </p:nvSpPr>
          <p:spPr>
            <a:xfrm>
              <a:off x="760539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0" name="矩形 159">
              <a:extLst>
                <a:ext uri="{FF2B5EF4-FFF2-40B4-BE49-F238E27FC236}">
                  <a16:creationId xmlns:a16="http://schemas.microsoft.com/office/drawing/2014/main" id="{5EA3F1B0-D8E0-40EC-9DA8-2C2A87423EDB}"/>
                </a:ext>
              </a:extLst>
            </p:cNvPr>
            <p:cNvSpPr/>
            <p:nvPr/>
          </p:nvSpPr>
          <p:spPr>
            <a:xfrm>
              <a:off x="8223558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F2424E8F-95D6-4F2E-9EF2-4B0D618C7C86}"/>
                </a:ext>
              </a:extLst>
            </p:cNvPr>
            <p:cNvSpPr/>
            <p:nvPr/>
          </p:nvSpPr>
          <p:spPr>
            <a:xfrm>
              <a:off x="8841723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4204BF9E-2D7C-4835-A587-9EFDD3EA96BC}"/>
                </a:ext>
              </a:extLst>
            </p:cNvPr>
            <p:cNvSpPr/>
            <p:nvPr/>
          </p:nvSpPr>
          <p:spPr>
            <a:xfrm>
              <a:off x="9459886" y="2642581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B5F63F12-CDBF-441B-80B5-B7C97F044776}"/>
                </a:ext>
              </a:extLst>
            </p:cNvPr>
            <p:cNvSpPr/>
            <p:nvPr/>
          </p:nvSpPr>
          <p:spPr>
            <a:xfrm>
              <a:off x="2660073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5A9CBBE0-BF50-44AC-80A7-89AE005C122C}"/>
                </a:ext>
              </a:extLst>
            </p:cNvPr>
            <p:cNvSpPr/>
            <p:nvPr/>
          </p:nvSpPr>
          <p:spPr>
            <a:xfrm>
              <a:off x="266007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0A33246E-4D55-4A4B-BE4C-E0DFB66A2309}"/>
                </a:ext>
              </a:extLst>
            </p:cNvPr>
            <p:cNvSpPr/>
            <p:nvPr/>
          </p:nvSpPr>
          <p:spPr>
            <a:xfrm>
              <a:off x="266007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文字方塊 165">
              <a:extLst>
                <a:ext uri="{FF2B5EF4-FFF2-40B4-BE49-F238E27FC236}">
                  <a16:creationId xmlns:a16="http://schemas.microsoft.com/office/drawing/2014/main" id="{EDDBF594-91AA-4AEA-83CA-6415924F361E}"/>
                </a:ext>
              </a:extLst>
            </p:cNvPr>
            <p:cNvSpPr txBox="1"/>
            <p:nvPr/>
          </p:nvSpPr>
          <p:spPr>
            <a:xfrm>
              <a:off x="2589220" y="2051750"/>
              <a:ext cx="490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Jan</a:t>
              </a:r>
              <a:endParaRPr lang="zh-TW" altLang="en-US" dirty="0"/>
            </a:p>
          </p:txBody>
        </p: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4DB35BD0-03F3-4614-A0BF-97FE2BEF1485}"/>
                </a:ext>
              </a:extLst>
            </p:cNvPr>
            <p:cNvSpPr txBox="1"/>
            <p:nvPr/>
          </p:nvSpPr>
          <p:spPr>
            <a:xfrm>
              <a:off x="3190650" y="2051750"/>
              <a:ext cx="524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Feb</a:t>
              </a:r>
              <a:endParaRPr lang="zh-TW" altLang="en-US" dirty="0"/>
            </a:p>
          </p:txBody>
        </p:sp>
        <p:sp>
          <p:nvSpPr>
            <p:cNvPr id="168" name="文字方塊 167">
              <a:extLst>
                <a:ext uri="{FF2B5EF4-FFF2-40B4-BE49-F238E27FC236}">
                  <a16:creationId xmlns:a16="http://schemas.microsoft.com/office/drawing/2014/main" id="{AFE925C4-6E28-410B-8B64-ACCE0A42ADAA}"/>
                </a:ext>
              </a:extLst>
            </p:cNvPr>
            <p:cNvSpPr txBox="1"/>
            <p:nvPr/>
          </p:nvSpPr>
          <p:spPr>
            <a:xfrm>
              <a:off x="3784673" y="2051750"/>
              <a:ext cx="5725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Mar</a:t>
              </a:r>
              <a:endParaRPr lang="zh-TW" altLang="en-US" dirty="0"/>
            </a:p>
          </p:txBody>
        </p:sp>
        <p:sp>
          <p:nvSpPr>
            <p:cNvPr id="169" name="文字方塊 168">
              <a:extLst>
                <a:ext uri="{FF2B5EF4-FFF2-40B4-BE49-F238E27FC236}">
                  <a16:creationId xmlns:a16="http://schemas.microsoft.com/office/drawing/2014/main" id="{3E456141-C44B-4350-85D2-49EF92F2D805}"/>
                </a:ext>
              </a:extLst>
            </p:cNvPr>
            <p:cNvSpPr txBox="1"/>
            <p:nvPr/>
          </p:nvSpPr>
          <p:spPr>
            <a:xfrm>
              <a:off x="4429288" y="2051750"/>
              <a:ext cx="5196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Apr</a:t>
              </a:r>
              <a:endParaRPr lang="zh-TW" altLang="en-US" dirty="0"/>
            </a:p>
          </p:txBody>
        </p:sp>
        <p:sp>
          <p:nvSpPr>
            <p:cNvPr id="170" name="文字方塊 169">
              <a:extLst>
                <a:ext uri="{FF2B5EF4-FFF2-40B4-BE49-F238E27FC236}">
                  <a16:creationId xmlns:a16="http://schemas.microsoft.com/office/drawing/2014/main" id="{1D779F0C-C2DA-40FD-9DAC-AA690DCE73BF}"/>
                </a:ext>
              </a:extLst>
            </p:cNvPr>
            <p:cNvSpPr txBox="1"/>
            <p:nvPr/>
          </p:nvSpPr>
          <p:spPr>
            <a:xfrm>
              <a:off x="5011129" y="2051750"/>
              <a:ext cx="592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May</a:t>
              </a:r>
              <a:endParaRPr lang="zh-TW" altLang="en-US" dirty="0"/>
            </a:p>
          </p:txBody>
        </p:sp>
        <p:sp>
          <p:nvSpPr>
            <p:cNvPr id="171" name="文字方塊 170">
              <a:extLst>
                <a:ext uri="{FF2B5EF4-FFF2-40B4-BE49-F238E27FC236}">
                  <a16:creationId xmlns:a16="http://schemas.microsoft.com/office/drawing/2014/main" id="{C729C639-B29B-4B67-BF01-28001C8F8D81}"/>
                </a:ext>
              </a:extLst>
            </p:cNvPr>
            <p:cNvSpPr txBox="1"/>
            <p:nvPr/>
          </p:nvSpPr>
          <p:spPr>
            <a:xfrm>
              <a:off x="5674435" y="2051750"/>
              <a:ext cx="502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Jun</a:t>
              </a:r>
              <a:endParaRPr lang="zh-TW" altLang="en-US" dirty="0"/>
            </a:p>
          </p:txBody>
        </p:sp>
        <p:sp>
          <p:nvSpPr>
            <p:cNvPr id="172" name="文字方塊 171">
              <a:extLst>
                <a:ext uri="{FF2B5EF4-FFF2-40B4-BE49-F238E27FC236}">
                  <a16:creationId xmlns:a16="http://schemas.microsoft.com/office/drawing/2014/main" id="{4125EDAB-0E62-42CE-B652-00E0B379F8B9}"/>
                </a:ext>
              </a:extLst>
            </p:cNvPr>
            <p:cNvSpPr txBox="1"/>
            <p:nvPr/>
          </p:nvSpPr>
          <p:spPr>
            <a:xfrm>
              <a:off x="6327065" y="2051750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Jul</a:t>
              </a:r>
              <a:endParaRPr lang="zh-TW" altLang="en-US" dirty="0"/>
            </a:p>
          </p:txBody>
        </p:sp>
        <p:sp>
          <p:nvSpPr>
            <p:cNvPr id="173" name="文字方塊 172">
              <a:extLst>
                <a:ext uri="{FF2B5EF4-FFF2-40B4-BE49-F238E27FC236}">
                  <a16:creationId xmlns:a16="http://schemas.microsoft.com/office/drawing/2014/main" id="{47712485-76FE-4676-B89F-CFC8536ED595}"/>
                </a:ext>
              </a:extLst>
            </p:cNvPr>
            <p:cNvSpPr txBox="1"/>
            <p:nvPr/>
          </p:nvSpPr>
          <p:spPr>
            <a:xfrm>
              <a:off x="9364186" y="2051750"/>
              <a:ext cx="5405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Dec</a:t>
              </a:r>
              <a:endParaRPr lang="zh-TW" altLang="en-US" dirty="0"/>
            </a:p>
          </p:txBody>
        </p:sp>
        <p:sp>
          <p:nvSpPr>
            <p:cNvPr id="174" name="文字方塊 173">
              <a:extLst>
                <a:ext uri="{FF2B5EF4-FFF2-40B4-BE49-F238E27FC236}">
                  <a16:creationId xmlns:a16="http://schemas.microsoft.com/office/drawing/2014/main" id="{1E9622FE-DC87-4009-82DB-D335F883F4CF}"/>
                </a:ext>
              </a:extLst>
            </p:cNvPr>
            <p:cNvSpPr txBox="1"/>
            <p:nvPr/>
          </p:nvSpPr>
          <p:spPr>
            <a:xfrm>
              <a:off x="8736918" y="2051750"/>
              <a:ext cx="558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Nov</a:t>
              </a:r>
              <a:endParaRPr lang="zh-TW" altLang="en-US" dirty="0"/>
            </a:p>
          </p:txBody>
        </p:sp>
        <p:sp>
          <p:nvSpPr>
            <p:cNvPr id="175" name="文字方塊 174">
              <a:extLst>
                <a:ext uri="{FF2B5EF4-FFF2-40B4-BE49-F238E27FC236}">
                  <a16:creationId xmlns:a16="http://schemas.microsoft.com/office/drawing/2014/main" id="{867C18DA-259A-4644-9513-C5BAFBA9550E}"/>
                </a:ext>
              </a:extLst>
            </p:cNvPr>
            <p:cNvSpPr txBox="1"/>
            <p:nvPr/>
          </p:nvSpPr>
          <p:spPr>
            <a:xfrm>
              <a:off x="8142285" y="2051750"/>
              <a:ext cx="5116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Oct</a:t>
              </a:r>
              <a:endParaRPr lang="zh-TW" altLang="en-US" dirty="0"/>
            </a:p>
          </p:txBody>
        </p:sp>
        <p:sp>
          <p:nvSpPr>
            <p:cNvPr id="176" name="文字方塊 175">
              <a:extLst>
                <a:ext uri="{FF2B5EF4-FFF2-40B4-BE49-F238E27FC236}">
                  <a16:creationId xmlns:a16="http://schemas.microsoft.com/office/drawing/2014/main" id="{6A7FA324-448B-4AC3-937C-E93F0127C594}"/>
                </a:ext>
              </a:extLst>
            </p:cNvPr>
            <p:cNvSpPr txBox="1"/>
            <p:nvPr/>
          </p:nvSpPr>
          <p:spPr>
            <a:xfrm>
              <a:off x="7516106" y="2051750"/>
              <a:ext cx="527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Sep</a:t>
              </a:r>
              <a:endParaRPr lang="zh-TW" altLang="en-US" dirty="0"/>
            </a:p>
          </p:txBody>
        </p:sp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FA385C38-4C01-4AD2-9EE7-4E76C56518D3}"/>
                </a:ext>
              </a:extLst>
            </p:cNvPr>
            <p:cNvSpPr txBox="1"/>
            <p:nvPr/>
          </p:nvSpPr>
          <p:spPr>
            <a:xfrm>
              <a:off x="6887521" y="2051750"/>
              <a:ext cx="548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Aug</a:t>
              </a:r>
              <a:endParaRPr lang="zh-TW" altLang="en-US" dirty="0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D53E6065-ADEA-4682-8E20-DACBB90F7201}"/>
                </a:ext>
              </a:extLst>
            </p:cNvPr>
            <p:cNvSpPr/>
            <p:nvPr/>
          </p:nvSpPr>
          <p:spPr>
            <a:xfrm>
              <a:off x="3278238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BF9A9B4A-919E-485A-BE7D-E559BD9AFDB2}"/>
                </a:ext>
              </a:extLst>
            </p:cNvPr>
            <p:cNvSpPr/>
            <p:nvPr/>
          </p:nvSpPr>
          <p:spPr>
            <a:xfrm>
              <a:off x="3896403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0" name="矩形 179">
              <a:extLst>
                <a:ext uri="{FF2B5EF4-FFF2-40B4-BE49-F238E27FC236}">
                  <a16:creationId xmlns:a16="http://schemas.microsoft.com/office/drawing/2014/main" id="{B3C515FB-2FA9-4B84-8B97-792B0A285C47}"/>
                </a:ext>
              </a:extLst>
            </p:cNvPr>
            <p:cNvSpPr/>
            <p:nvPr/>
          </p:nvSpPr>
          <p:spPr>
            <a:xfrm>
              <a:off x="4514568" y="3213214"/>
              <a:ext cx="349134" cy="349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1" name="矩形 180">
              <a:extLst>
                <a:ext uri="{FF2B5EF4-FFF2-40B4-BE49-F238E27FC236}">
                  <a16:creationId xmlns:a16="http://schemas.microsoft.com/office/drawing/2014/main" id="{5F05A796-0A72-4BC8-8F79-7C4837A086AD}"/>
                </a:ext>
              </a:extLst>
            </p:cNvPr>
            <p:cNvSpPr/>
            <p:nvPr/>
          </p:nvSpPr>
          <p:spPr>
            <a:xfrm>
              <a:off x="5132733" y="3213214"/>
              <a:ext cx="349134" cy="3491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2" name="矩形 181">
              <a:extLst>
                <a:ext uri="{FF2B5EF4-FFF2-40B4-BE49-F238E27FC236}">
                  <a16:creationId xmlns:a16="http://schemas.microsoft.com/office/drawing/2014/main" id="{431C1E57-4EB8-47DF-B96E-8D3F60962C29}"/>
                </a:ext>
              </a:extLst>
            </p:cNvPr>
            <p:cNvSpPr/>
            <p:nvPr/>
          </p:nvSpPr>
          <p:spPr>
            <a:xfrm>
              <a:off x="5750898" y="3213214"/>
              <a:ext cx="349134" cy="34913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3" name="矩形 182">
              <a:extLst>
                <a:ext uri="{FF2B5EF4-FFF2-40B4-BE49-F238E27FC236}">
                  <a16:creationId xmlns:a16="http://schemas.microsoft.com/office/drawing/2014/main" id="{FBC31860-ABB2-426B-99DA-759651A62815}"/>
                </a:ext>
              </a:extLst>
            </p:cNvPr>
            <p:cNvSpPr/>
            <p:nvPr/>
          </p:nvSpPr>
          <p:spPr>
            <a:xfrm>
              <a:off x="6369063" y="3213214"/>
              <a:ext cx="349134" cy="34913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4" name="矩形 183">
              <a:extLst>
                <a:ext uri="{FF2B5EF4-FFF2-40B4-BE49-F238E27FC236}">
                  <a16:creationId xmlns:a16="http://schemas.microsoft.com/office/drawing/2014/main" id="{DDCBC7B6-0C24-43EF-A4AE-A53A6CE2311A}"/>
                </a:ext>
              </a:extLst>
            </p:cNvPr>
            <p:cNvSpPr/>
            <p:nvPr/>
          </p:nvSpPr>
          <p:spPr>
            <a:xfrm>
              <a:off x="6987228" y="3213214"/>
              <a:ext cx="349134" cy="34913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5" name="矩形 184">
              <a:extLst>
                <a:ext uri="{FF2B5EF4-FFF2-40B4-BE49-F238E27FC236}">
                  <a16:creationId xmlns:a16="http://schemas.microsoft.com/office/drawing/2014/main" id="{E6B3C4D7-4714-4DF0-97C8-4441127B03F9}"/>
                </a:ext>
              </a:extLst>
            </p:cNvPr>
            <p:cNvSpPr/>
            <p:nvPr/>
          </p:nvSpPr>
          <p:spPr>
            <a:xfrm>
              <a:off x="7605393" y="3213214"/>
              <a:ext cx="349134" cy="3491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6" name="矩形 185">
              <a:extLst>
                <a:ext uri="{FF2B5EF4-FFF2-40B4-BE49-F238E27FC236}">
                  <a16:creationId xmlns:a16="http://schemas.microsoft.com/office/drawing/2014/main" id="{EF51B08D-62C7-455F-9172-957ADD658516}"/>
                </a:ext>
              </a:extLst>
            </p:cNvPr>
            <p:cNvSpPr/>
            <p:nvPr/>
          </p:nvSpPr>
          <p:spPr>
            <a:xfrm>
              <a:off x="8223558" y="3213214"/>
              <a:ext cx="349134" cy="34913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6F376A5E-DA6F-4BB5-B61A-2C93E377DC61}"/>
                </a:ext>
              </a:extLst>
            </p:cNvPr>
            <p:cNvSpPr/>
            <p:nvPr/>
          </p:nvSpPr>
          <p:spPr>
            <a:xfrm>
              <a:off x="8841723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C255B39B-16B0-4340-85F7-EFA6C1526C62}"/>
                </a:ext>
              </a:extLst>
            </p:cNvPr>
            <p:cNvSpPr/>
            <p:nvPr/>
          </p:nvSpPr>
          <p:spPr>
            <a:xfrm>
              <a:off x="9459886" y="3213214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47CDCFA7-3265-4608-9354-B9E7B7F2A1AE}"/>
                </a:ext>
              </a:extLst>
            </p:cNvPr>
            <p:cNvSpPr/>
            <p:nvPr/>
          </p:nvSpPr>
          <p:spPr>
            <a:xfrm>
              <a:off x="327823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1BF91841-6ECC-4661-9A63-D5C6F4D08763}"/>
                </a:ext>
              </a:extLst>
            </p:cNvPr>
            <p:cNvSpPr/>
            <p:nvPr/>
          </p:nvSpPr>
          <p:spPr>
            <a:xfrm>
              <a:off x="389640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38B4E9C6-C8C4-4E42-B93C-9A66E1F0F524}"/>
                </a:ext>
              </a:extLst>
            </p:cNvPr>
            <p:cNvSpPr/>
            <p:nvPr/>
          </p:nvSpPr>
          <p:spPr>
            <a:xfrm>
              <a:off x="451456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81FC5CEA-0F16-4EBA-B713-87535302B86D}"/>
                </a:ext>
              </a:extLst>
            </p:cNvPr>
            <p:cNvSpPr/>
            <p:nvPr/>
          </p:nvSpPr>
          <p:spPr>
            <a:xfrm>
              <a:off x="513273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5054264F-58F9-42F9-B1CF-1CC264969E04}"/>
                </a:ext>
              </a:extLst>
            </p:cNvPr>
            <p:cNvSpPr/>
            <p:nvPr/>
          </p:nvSpPr>
          <p:spPr>
            <a:xfrm>
              <a:off x="575089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3" name="矩形 262">
              <a:extLst>
                <a:ext uri="{FF2B5EF4-FFF2-40B4-BE49-F238E27FC236}">
                  <a16:creationId xmlns:a16="http://schemas.microsoft.com/office/drawing/2014/main" id="{E1636F00-5E5A-4E95-8388-C354C0AF3226}"/>
                </a:ext>
              </a:extLst>
            </p:cNvPr>
            <p:cNvSpPr/>
            <p:nvPr/>
          </p:nvSpPr>
          <p:spPr>
            <a:xfrm>
              <a:off x="636906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D15E9814-4547-4D8E-AC25-F0E4F7DB60AC}"/>
                </a:ext>
              </a:extLst>
            </p:cNvPr>
            <p:cNvSpPr/>
            <p:nvPr/>
          </p:nvSpPr>
          <p:spPr>
            <a:xfrm>
              <a:off x="698722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DE8CCE32-DEF4-4BB4-A40E-DB90719339EB}"/>
                </a:ext>
              </a:extLst>
            </p:cNvPr>
            <p:cNvSpPr/>
            <p:nvPr/>
          </p:nvSpPr>
          <p:spPr>
            <a:xfrm>
              <a:off x="760539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65E517AB-D47C-48F4-8042-84BBFD7FA9CC}"/>
                </a:ext>
              </a:extLst>
            </p:cNvPr>
            <p:cNvSpPr/>
            <p:nvPr/>
          </p:nvSpPr>
          <p:spPr>
            <a:xfrm>
              <a:off x="8223558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A8B8702C-EE8A-427E-83AD-BE98709436FF}"/>
                </a:ext>
              </a:extLst>
            </p:cNvPr>
            <p:cNvSpPr/>
            <p:nvPr/>
          </p:nvSpPr>
          <p:spPr>
            <a:xfrm>
              <a:off x="8841723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92AFDF7C-D4F0-454B-AD33-2EAC1991A61F}"/>
                </a:ext>
              </a:extLst>
            </p:cNvPr>
            <p:cNvSpPr/>
            <p:nvPr/>
          </p:nvSpPr>
          <p:spPr>
            <a:xfrm>
              <a:off x="9459886" y="3783847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9" name="矩形 268">
              <a:extLst>
                <a:ext uri="{FF2B5EF4-FFF2-40B4-BE49-F238E27FC236}">
                  <a16:creationId xmlns:a16="http://schemas.microsoft.com/office/drawing/2014/main" id="{52E6918E-17C1-4DF8-94F8-4C766ED2107C}"/>
                </a:ext>
              </a:extLst>
            </p:cNvPr>
            <p:cNvSpPr/>
            <p:nvPr/>
          </p:nvSpPr>
          <p:spPr>
            <a:xfrm>
              <a:off x="327823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0" name="矩形 269">
              <a:extLst>
                <a:ext uri="{FF2B5EF4-FFF2-40B4-BE49-F238E27FC236}">
                  <a16:creationId xmlns:a16="http://schemas.microsoft.com/office/drawing/2014/main" id="{504BD453-9307-45EE-A83D-E9E6CECEF10F}"/>
                </a:ext>
              </a:extLst>
            </p:cNvPr>
            <p:cNvSpPr/>
            <p:nvPr/>
          </p:nvSpPr>
          <p:spPr>
            <a:xfrm>
              <a:off x="389640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1" name="矩形 270">
              <a:extLst>
                <a:ext uri="{FF2B5EF4-FFF2-40B4-BE49-F238E27FC236}">
                  <a16:creationId xmlns:a16="http://schemas.microsoft.com/office/drawing/2014/main" id="{FCDB1DF4-734D-422E-9E39-B52C90A06988}"/>
                </a:ext>
              </a:extLst>
            </p:cNvPr>
            <p:cNvSpPr/>
            <p:nvPr/>
          </p:nvSpPr>
          <p:spPr>
            <a:xfrm>
              <a:off x="451456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295147FB-7D71-4697-A393-9AEDEE70AFDD}"/>
                </a:ext>
              </a:extLst>
            </p:cNvPr>
            <p:cNvSpPr/>
            <p:nvPr/>
          </p:nvSpPr>
          <p:spPr>
            <a:xfrm>
              <a:off x="513273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3" name="矩形 272">
              <a:extLst>
                <a:ext uri="{FF2B5EF4-FFF2-40B4-BE49-F238E27FC236}">
                  <a16:creationId xmlns:a16="http://schemas.microsoft.com/office/drawing/2014/main" id="{FFCD9EAC-B387-4207-9AD0-519D82D0174F}"/>
                </a:ext>
              </a:extLst>
            </p:cNvPr>
            <p:cNvSpPr/>
            <p:nvPr/>
          </p:nvSpPr>
          <p:spPr>
            <a:xfrm>
              <a:off x="575089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EA5A34B8-07B8-400F-9237-4D3A65DB0101}"/>
                </a:ext>
              </a:extLst>
            </p:cNvPr>
            <p:cNvSpPr/>
            <p:nvPr/>
          </p:nvSpPr>
          <p:spPr>
            <a:xfrm>
              <a:off x="636906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CEA5E194-91E2-4521-936F-CC9F88D1072E}"/>
                </a:ext>
              </a:extLst>
            </p:cNvPr>
            <p:cNvSpPr/>
            <p:nvPr/>
          </p:nvSpPr>
          <p:spPr>
            <a:xfrm>
              <a:off x="698722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831F0F15-639B-477B-A805-84A33E2420F9}"/>
                </a:ext>
              </a:extLst>
            </p:cNvPr>
            <p:cNvSpPr/>
            <p:nvPr/>
          </p:nvSpPr>
          <p:spPr>
            <a:xfrm>
              <a:off x="760539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799A8ACC-04DD-41E0-A671-85EFCE1C7C58}"/>
                </a:ext>
              </a:extLst>
            </p:cNvPr>
            <p:cNvSpPr/>
            <p:nvPr/>
          </p:nvSpPr>
          <p:spPr>
            <a:xfrm>
              <a:off x="8223558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8" name="矩形 277">
              <a:extLst>
                <a:ext uri="{FF2B5EF4-FFF2-40B4-BE49-F238E27FC236}">
                  <a16:creationId xmlns:a16="http://schemas.microsoft.com/office/drawing/2014/main" id="{CA4F8EEC-6488-42F6-B8A5-D06E33C1A31C}"/>
                </a:ext>
              </a:extLst>
            </p:cNvPr>
            <p:cNvSpPr/>
            <p:nvPr/>
          </p:nvSpPr>
          <p:spPr>
            <a:xfrm>
              <a:off x="8841723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9" name="矩形 278">
              <a:extLst>
                <a:ext uri="{FF2B5EF4-FFF2-40B4-BE49-F238E27FC236}">
                  <a16:creationId xmlns:a16="http://schemas.microsoft.com/office/drawing/2014/main" id="{462627AD-1484-469A-9BD2-CBBD3511D02C}"/>
                </a:ext>
              </a:extLst>
            </p:cNvPr>
            <p:cNvSpPr/>
            <p:nvPr/>
          </p:nvSpPr>
          <p:spPr>
            <a:xfrm>
              <a:off x="9459886" y="4354479"/>
              <a:ext cx="349134" cy="3491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0" name="文字方塊 279">
              <a:extLst>
                <a:ext uri="{FF2B5EF4-FFF2-40B4-BE49-F238E27FC236}">
                  <a16:creationId xmlns:a16="http://schemas.microsoft.com/office/drawing/2014/main" id="{F3CEC4AC-3EDF-4628-8D91-0A55BB972C78}"/>
                </a:ext>
              </a:extLst>
            </p:cNvPr>
            <p:cNvSpPr txBox="1"/>
            <p:nvPr/>
          </p:nvSpPr>
          <p:spPr>
            <a:xfrm>
              <a:off x="1738299" y="262238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2026</a:t>
              </a:r>
              <a:endParaRPr lang="zh-TW" altLang="en-US" dirty="0"/>
            </a:p>
          </p:txBody>
        </p:sp>
        <p:sp>
          <p:nvSpPr>
            <p:cNvPr id="281" name="文字方塊 280">
              <a:extLst>
                <a:ext uri="{FF2B5EF4-FFF2-40B4-BE49-F238E27FC236}">
                  <a16:creationId xmlns:a16="http://schemas.microsoft.com/office/drawing/2014/main" id="{0840CBF6-C2F3-40D0-AE5D-61DD42BCCC6E}"/>
                </a:ext>
              </a:extLst>
            </p:cNvPr>
            <p:cNvSpPr txBox="1"/>
            <p:nvPr/>
          </p:nvSpPr>
          <p:spPr>
            <a:xfrm>
              <a:off x="1738298" y="3203115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2025</a:t>
              </a:r>
              <a:endParaRPr lang="zh-TW" altLang="en-US" dirty="0"/>
            </a:p>
          </p:txBody>
        </p:sp>
        <p:sp>
          <p:nvSpPr>
            <p:cNvPr id="282" name="文字方塊 281">
              <a:extLst>
                <a:ext uri="{FF2B5EF4-FFF2-40B4-BE49-F238E27FC236}">
                  <a16:creationId xmlns:a16="http://schemas.microsoft.com/office/drawing/2014/main" id="{9748A21F-BED4-4CF9-B602-8B1A1F49DB46}"/>
                </a:ext>
              </a:extLst>
            </p:cNvPr>
            <p:cNvSpPr txBox="1"/>
            <p:nvPr/>
          </p:nvSpPr>
          <p:spPr>
            <a:xfrm>
              <a:off x="1738298" y="3773748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2024</a:t>
              </a:r>
              <a:endParaRPr lang="zh-TW" altLang="en-US" dirty="0"/>
            </a:p>
          </p:txBody>
        </p:sp>
        <p:sp>
          <p:nvSpPr>
            <p:cNvPr id="283" name="文字方塊 282">
              <a:extLst>
                <a:ext uri="{FF2B5EF4-FFF2-40B4-BE49-F238E27FC236}">
                  <a16:creationId xmlns:a16="http://schemas.microsoft.com/office/drawing/2014/main" id="{E15F47A6-1082-49D1-A7EA-ADC1200288C1}"/>
                </a:ext>
              </a:extLst>
            </p:cNvPr>
            <p:cNvSpPr txBox="1"/>
            <p:nvPr/>
          </p:nvSpPr>
          <p:spPr>
            <a:xfrm>
              <a:off x="1738298" y="4344380"/>
              <a:ext cx="6527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2023</a:t>
              </a:r>
              <a:endParaRPr lang="zh-TW" altLang="en-US" dirty="0"/>
            </a:p>
          </p:txBody>
        </p:sp>
        <p:sp>
          <p:nvSpPr>
            <p:cNvPr id="284" name="文字方塊 283">
              <a:extLst>
                <a:ext uri="{FF2B5EF4-FFF2-40B4-BE49-F238E27FC236}">
                  <a16:creationId xmlns:a16="http://schemas.microsoft.com/office/drawing/2014/main" id="{BAC6D56D-21A5-4C33-87BD-5E6AB9001D54}"/>
                </a:ext>
              </a:extLst>
            </p:cNvPr>
            <p:cNvSpPr txBox="1"/>
            <p:nvPr/>
          </p:nvSpPr>
          <p:spPr>
            <a:xfrm>
              <a:off x="10253578" y="2622383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285" name="文字方塊 284">
              <a:extLst>
                <a:ext uri="{FF2B5EF4-FFF2-40B4-BE49-F238E27FC236}">
                  <a16:creationId xmlns:a16="http://schemas.microsoft.com/office/drawing/2014/main" id="{AF7571FC-F6AD-4218-B7D7-9E584D4F21FE}"/>
                </a:ext>
              </a:extLst>
            </p:cNvPr>
            <p:cNvSpPr txBox="1"/>
            <p:nvPr/>
          </p:nvSpPr>
          <p:spPr>
            <a:xfrm>
              <a:off x="10195068" y="320311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15</a:t>
              </a:r>
              <a:endParaRPr lang="zh-TW" altLang="en-US" dirty="0"/>
            </a:p>
          </p:txBody>
        </p:sp>
        <p:sp>
          <p:nvSpPr>
            <p:cNvPr id="286" name="文字方塊 285">
              <a:extLst>
                <a:ext uri="{FF2B5EF4-FFF2-40B4-BE49-F238E27FC236}">
                  <a16:creationId xmlns:a16="http://schemas.microsoft.com/office/drawing/2014/main" id="{2106DF6A-E99D-4E24-9E52-5C9308DF296B}"/>
                </a:ext>
              </a:extLst>
            </p:cNvPr>
            <p:cNvSpPr txBox="1"/>
            <p:nvPr/>
          </p:nvSpPr>
          <p:spPr>
            <a:xfrm>
              <a:off x="10253577" y="3773748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  <p:sp>
          <p:nvSpPr>
            <p:cNvPr id="287" name="文字方塊 286">
              <a:extLst>
                <a:ext uri="{FF2B5EF4-FFF2-40B4-BE49-F238E27FC236}">
                  <a16:creationId xmlns:a16="http://schemas.microsoft.com/office/drawing/2014/main" id="{7307330D-AE4E-43F5-9100-6C36B448C94C}"/>
                </a:ext>
              </a:extLst>
            </p:cNvPr>
            <p:cNvSpPr txBox="1"/>
            <p:nvPr/>
          </p:nvSpPr>
          <p:spPr>
            <a:xfrm>
              <a:off x="10253577" y="4344380"/>
              <a:ext cx="3016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0</a:t>
              </a:r>
              <a:endParaRPr lang="zh-TW" altLang="en-US" dirty="0"/>
            </a:p>
          </p:txBody>
        </p:sp>
      </p:grpSp>
      <p:grpSp>
        <p:nvGrpSpPr>
          <p:cNvPr id="288" name="群組 287">
            <a:extLst>
              <a:ext uri="{FF2B5EF4-FFF2-40B4-BE49-F238E27FC236}">
                <a16:creationId xmlns:a16="http://schemas.microsoft.com/office/drawing/2014/main" id="{BEDF1DD6-1271-44C7-8399-3C460A596340}"/>
              </a:ext>
            </a:extLst>
          </p:cNvPr>
          <p:cNvGrpSpPr/>
          <p:nvPr/>
        </p:nvGrpSpPr>
        <p:grpSpPr>
          <a:xfrm>
            <a:off x="5426783" y="4614419"/>
            <a:ext cx="1195680" cy="782079"/>
            <a:chOff x="5426783" y="2951874"/>
            <a:chExt cx="1195680" cy="782079"/>
          </a:xfrm>
        </p:grpSpPr>
        <p:sp>
          <p:nvSpPr>
            <p:cNvPr id="289" name="箭號: 向左 288">
              <a:extLst>
                <a:ext uri="{FF2B5EF4-FFF2-40B4-BE49-F238E27FC236}">
                  <a16:creationId xmlns:a16="http://schemas.microsoft.com/office/drawing/2014/main" id="{94A43F23-E4A0-4DA5-AE81-A165928B2CB8}"/>
                </a:ext>
              </a:extLst>
            </p:cNvPr>
            <p:cNvSpPr/>
            <p:nvPr/>
          </p:nvSpPr>
          <p:spPr>
            <a:xfrm rot="3970777">
              <a:off x="5900414" y="3471990"/>
              <a:ext cx="350375" cy="173551"/>
            </a:xfrm>
            <a:prstGeom prst="leftArrow">
              <a:avLst>
                <a:gd name="adj1" fmla="val 17593"/>
                <a:gd name="adj2" fmla="val 12473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0" name="矩形 289">
              <a:extLst>
                <a:ext uri="{FF2B5EF4-FFF2-40B4-BE49-F238E27FC236}">
                  <a16:creationId xmlns:a16="http://schemas.microsoft.com/office/drawing/2014/main" id="{5B769493-5375-4640-8F1C-144EA4C0E37C}"/>
                </a:ext>
              </a:extLst>
            </p:cNvPr>
            <p:cNvSpPr/>
            <p:nvPr/>
          </p:nvSpPr>
          <p:spPr>
            <a:xfrm>
              <a:off x="5426783" y="2951874"/>
              <a:ext cx="1195680" cy="39062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bg1"/>
                  </a:solidFill>
                </a:rPr>
                <a:t>2 Streams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292" name="矩形 291">
            <a:extLst>
              <a:ext uri="{FF2B5EF4-FFF2-40B4-BE49-F238E27FC236}">
                <a16:creationId xmlns:a16="http://schemas.microsoft.com/office/drawing/2014/main" id="{0C4C1541-ECD8-4A28-A821-FB9F9B12531C}"/>
              </a:ext>
            </a:extLst>
          </p:cNvPr>
          <p:cNvSpPr/>
          <p:nvPr/>
        </p:nvSpPr>
        <p:spPr>
          <a:xfrm>
            <a:off x="3815541" y="4593269"/>
            <a:ext cx="4488874" cy="11507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3D23BD96-B474-4E36-BC45-E261F38FA4C5}"/>
              </a:ext>
            </a:extLst>
          </p:cNvPr>
          <p:cNvGrpSpPr/>
          <p:nvPr/>
        </p:nvGrpSpPr>
        <p:grpSpPr>
          <a:xfrm>
            <a:off x="4242600" y="4808650"/>
            <a:ext cx="3634756" cy="720000"/>
            <a:chOff x="5041424" y="3069000"/>
            <a:chExt cx="3634756" cy="720000"/>
          </a:xfrm>
        </p:grpSpPr>
        <p:sp>
          <p:nvSpPr>
            <p:cNvPr id="297" name="矩形 296">
              <a:extLst>
                <a:ext uri="{FF2B5EF4-FFF2-40B4-BE49-F238E27FC236}">
                  <a16:creationId xmlns:a16="http://schemas.microsoft.com/office/drawing/2014/main" id="{67B7405A-3F4F-4ABE-90C2-865D85DF0A89}"/>
                </a:ext>
              </a:extLst>
            </p:cNvPr>
            <p:cNvSpPr/>
            <p:nvPr/>
          </p:nvSpPr>
          <p:spPr>
            <a:xfrm>
              <a:off x="5041424" y="3069000"/>
              <a:ext cx="1310612" cy="72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dirty="0">
                  <a:solidFill>
                    <a:schemeClr val="tx1"/>
                  </a:solidFill>
                </a:rPr>
                <a:t>2025.06.06 </a:t>
              </a:r>
            </a:p>
            <a:p>
              <a:pPr algn="r"/>
              <a:r>
                <a:rPr lang="en-US" altLang="zh-TW" dirty="0">
                  <a:solidFill>
                    <a:schemeClr val="tx1"/>
                  </a:solidFill>
                </a:rPr>
                <a:t>2025.06.17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8" name="矩形 297">
              <a:extLst>
                <a:ext uri="{FF2B5EF4-FFF2-40B4-BE49-F238E27FC236}">
                  <a16:creationId xmlns:a16="http://schemas.microsoft.com/office/drawing/2014/main" id="{15553157-146C-4048-B330-16CF5DAF3ACA}"/>
                </a:ext>
              </a:extLst>
            </p:cNvPr>
            <p:cNvSpPr/>
            <p:nvPr/>
          </p:nvSpPr>
          <p:spPr>
            <a:xfrm>
              <a:off x="6345137" y="3069000"/>
              <a:ext cx="2331043" cy="720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TW" dirty="0">
                  <a:solidFill>
                    <a:schemeClr val="tx1"/>
                  </a:solidFill>
                </a:rPr>
                <a:t>Street Fighter™ 6</a:t>
              </a:r>
            </a:p>
            <a:p>
              <a:r>
                <a:rPr lang="en-US" altLang="zh-TW" dirty="0">
                  <a:solidFill>
                    <a:schemeClr val="tx1"/>
                  </a:solidFill>
                </a:rPr>
                <a:t>Overwatch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99" name="直線接點 298">
              <a:extLst>
                <a:ext uri="{FF2B5EF4-FFF2-40B4-BE49-F238E27FC236}">
                  <a16:creationId xmlns:a16="http://schemas.microsoft.com/office/drawing/2014/main" id="{97E83791-444E-44A2-99A6-8536396C82C7}"/>
                </a:ext>
              </a:extLst>
            </p:cNvPr>
            <p:cNvCxnSpPr>
              <a:cxnSpLocks/>
            </p:cNvCxnSpPr>
            <p:nvPr/>
          </p:nvCxnSpPr>
          <p:spPr>
            <a:xfrm>
              <a:off x="6348586" y="3069000"/>
              <a:ext cx="0" cy="72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乘號 7">
            <a:extLst>
              <a:ext uri="{FF2B5EF4-FFF2-40B4-BE49-F238E27FC236}">
                <a16:creationId xmlns:a16="http://schemas.microsoft.com/office/drawing/2014/main" id="{355DD38E-C255-4CFF-B148-2D556109B2DA}"/>
              </a:ext>
            </a:extLst>
          </p:cNvPr>
          <p:cNvSpPr/>
          <p:nvPr/>
        </p:nvSpPr>
        <p:spPr>
          <a:xfrm flipH="1">
            <a:off x="7957165" y="4607267"/>
            <a:ext cx="346940" cy="346940"/>
          </a:xfrm>
          <a:prstGeom prst="mathMultiply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箭號: 向下 8">
            <a:extLst>
              <a:ext uri="{FF2B5EF4-FFF2-40B4-BE49-F238E27FC236}">
                <a16:creationId xmlns:a16="http://schemas.microsoft.com/office/drawing/2014/main" id="{846AF75B-6127-4DEA-A1BA-603492F949F3}"/>
              </a:ext>
            </a:extLst>
          </p:cNvPr>
          <p:cNvSpPr/>
          <p:nvPr/>
        </p:nvSpPr>
        <p:spPr>
          <a:xfrm>
            <a:off x="5674435" y="3320148"/>
            <a:ext cx="484632" cy="2531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85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0CC94BB-944A-4CFB-8202-13068202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32722"/>
                </a:solidFill>
                <a:effectLst/>
                <a:latin typeface="system-ui"/>
              </a:rPr>
              <a:t>Genre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5E75B5-D2B1-47B0-9926-4195472EA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4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圖表 5">
            <a:extLst>
              <a:ext uri="{FF2B5EF4-FFF2-40B4-BE49-F238E27FC236}">
                <a16:creationId xmlns:a16="http://schemas.microsoft.com/office/drawing/2014/main" id="{C6358B5F-FE87-42EE-A375-DFE63D154D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870767"/>
              </p:ext>
            </p:extLst>
          </p:nvPr>
        </p:nvGraphicFramePr>
        <p:xfrm>
          <a:off x="2353283" y="933855"/>
          <a:ext cx="7485436" cy="4990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01425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0CC94BB-944A-4CFB-8202-13068202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32722"/>
                </a:solidFill>
                <a:effectLst/>
                <a:latin typeface="system-ui"/>
              </a:rPr>
              <a:t>Collab</a:t>
            </a:r>
            <a:endParaRPr lang="zh-TW" altLang="en-US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5E75B5-D2B1-47B0-9926-4195472EA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228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210DBB8E-EFA0-4F9A-8647-90E58764B5C4}"/>
              </a:ext>
            </a:extLst>
          </p:cNvPr>
          <p:cNvGrpSpPr/>
          <p:nvPr/>
        </p:nvGrpSpPr>
        <p:grpSpPr>
          <a:xfrm>
            <a:off x="3257300" y="584522"/>
            <a:ext cx="5677400" cy="5688956"/>
            <a:chOff x="2549207" y="55653"/>
            <a:chExt cx="6765426" cy="6779197"/>
          </a:xfrm>
        </p:grpSpPr>
        <p:grpSp>
          <p:nvGrpSpPr>
            <p:cNvPr id="151" name="群組 150">
              <a:extLst>
                <a:ext uri="{FF2B5EF4-FFF2-40B4-BE49-F238E27FC236}">
                  <a16:creationId xmlns:a16="http://schemas.microsoft.com/office/drawing/2014/main" id="{53B65D9A-9A26-4A2B-8F24-C4699A294F9E}"/>
                </a:ext>
              </a:extLst>
            </p:cNvPr>
            <p:cNvGrpSpPr/>
            <p:nvPr/>
          </p:nvGrpSpPr>
          <p:grpSpPr>
            <a:xfrm>
              <a:off x="3704362" y="1195644"/>
              <a:ext cx="4465731" cy="4466712"/>
              <a:chOff x="3704362" y="580631"/>
              <a:chExt cx="4465731" cy="4466712"/>
            </a:xfrm>
          </p:grpSpPr>
          <p:grpSp>
            <p:nvGrpSpPr>
              <p:cNvPr id="4" name="群組 3">
                <a:extLst>
                  <a:ext uri="{FF2B5EF4-FFF2-40B4-BE49-F238E27FC236}">
                    <a16:creationId xmlns:a16="http://schemas.microsoft.com/office/drawing/2014/main" id="{6022DDEB-F3B4-4BE7-9386-6D22345E488B}"/>
                  </a:ext>
                </a:extLst>
              </p:cNvPr>
              <p:cNvGrpSpPr/>
              <p:nvPr/>
            </p:nvGrpSpPr>
            <p:grpSpPr>
              <a:xfrm>
                <a:off x="5478120" y="4139743"/>
                <a:ext cx="907600" cy="907600"/>
                <a:chOff x="6235428" y="2495144"/>
                <a:chExt cx="1867712" cy="1867712"/>
              </a:xfrm>
            </p:grpSpPr>
            <p:sp>
              <p:nvSpPr>
                <p:cNvPr id="5" name="手繪多邊形: 圖案 4">
                  <a:extLst>
                    <a:ext uri="{FF2B5EF4-FFF2-40B4-BE49-F238E27FC236}">
                      <a16:creationId xmlns:a16="http://schemas.microsoft.com/office/drawing/2014/main" id="{AA01F7F3-1B5B-43EE-97F6-BF69110D5F50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" name="手繪多邊形: 圖案 5">
                  <a:extLst>
                    <a:ext uri="{FF2B5EF4-FFF2-40B4-BE49-F238E27FC236}">
                      <a16:creationId xmlns:a16="http://schemas.microsoft.com/office/drawing/2014/main" id="{D20478A6-EB5E-4916-8911-4DEB205DC66E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7" name="群組 6">
                <a:extLst>
                  <a:ext uri="{FF2B5EF4-FFF2-40B4-BE49-F238E27FC236}">
                    <a16:creationId xmlns:a16="http://schemas.microsoft.com/office/drawing/2014/main" id="{EC7262E4-14DD-440A-A607-798038A21982}"/>
                  </a:ext>
                </a:extLst>
              </p:cNvPr>
              <p:cNvGrpSpPr/>
              <p:nvPr/>
            </p:nvGrpSpPr>
            <p:grpSpPr>
              <a:xfrm>
                <a:off x="6356086" y="3893686"/>
                <a:ext cx="907600" cy="907600"/>
                <a:chOff x="6235428" y="2495144"/>
                <a:chExt cx="1867712" cy="1867712"/>
              </a:xfrm>
            </p:grpSpPr>
            <p:sp>
              <p:nvSpPr>
                <p:cNvPr id="8" name="手繪多邊形: 圖案 7">
                  <a:extLst>
                    <a:ext uri="{FF2B5EF4-FFF2-40B4-BE49-F238E27FC236}">
                      <a16:creationId xmlns:a16="http://schemas.microsoft.com/office/drawing/2014/main" id="{AA94E6C8-70D2-4847-B4D1-5A38651C1282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" name="手繪多邊形: 圖案 8">
                  <a:extLst>
                    <a:ext uri="{FF2B5EF4-FFF2-40B4-BE49-F238E27FC236}">
                      <a16:creationId xmlns:a16="http://schemas.microsoft.com/office/drawing/2014/main" id="{7852E1F9-2A8F-421C-B950-CDC092C2E823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7059E878-A29A-48CB-AFF1-4B2BA8DD03DE}"/>
                  </a:ext>
                </a:extLst>
              </p:cNvPr>
              <p:cNvGrpSpPr/>
              <p:nvPr/>
            </p:nvGrpSpPr>
            <p:grpSpPr>
              <a:xfrm>
                <a:off x="7004310" y="3251438"/>
                <a:ext cx="907600" cy="907600"/>
                <a:chOff x="6235428" y="2495144"/>
                <a:chExt cx="1867712" cy="1867712"/>
              </a:xfrm>
            </p:grpSpPr>
            <p:sp>
              <p:nvSpPr>
                <p:cNvPr id="11" name="手繪多邊形: 圖案 10">
                  <a:extLst>
                    <a:ext uri="{FF2B5EF4-FFF2-40B4-BE49-F238E27FC236}">
                      <a16:creationId xmlns:a16="http://schemas.microsoft.com/office/drawing/2014/main" id="{01CE4914-9F5B-43A3-8391-2ABB784FA052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手繪多邊形: 圖案 11">
                  <a:extLst>
                    <a:ext uri="{FF2B5EF4-FFF2-40B4-BE49-F238E27FC236}">
                      <a16:creationId xmlns:a16="http://schemas.microsoft.com/office/drawing/2014/main" id="{5FF203EC-189F-44F6-AFF5-D1A5A7909D7F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64" name="群組 63">
                <a:extLst>
                  <a:ext uri="{FF2B5EF4-FFF2-40B4-BE49-F238E27FC236}">
                    <a16:creationId xmlns:a16="http://schemas.microsoft.com/office/drawing/2014/main" id="{73BF48F6-FD4D-4FA4-A7E7-CEFE7047524A}"/>
                  </a:ext>
                </a:extLst>
              </p:cNvPr>
              <p:cNvGrpSpPr/>
              <p:nvPr/>
            </p:nvGrpSpPr>
            <p:grpSpPr>
              <a:xfrm>
                <a:off x="7262493" y="2361032"/>
                <a:ext cx="907600" cy="907600"/>
                <a:chOff x="6235428" y="2495144"/>
                <a:chExt cx="1867712" cy="1867712"/>
              </a:xfrm>
            </p:grpSpPr>
            <p:sp>
              <p:nvSpPr>
                <p:cNvPr id="71" name="手繪多邊形: 圖案 70">
                  <a:extLst>
                    <a:ext uri="{FF2B5EF4-FFF2-40B4-BE49-F238E27FC236}">
                      <a16:creationId xmlns:a16="http://schemas.microsoft.com/office/drawing/2014/main" id="{D292D57C-B064-48D8-9EF3-809DA90152C5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2" name="手繪多邊形: 圖案 71">
                  <a:extLst>
                    <a:ext uri="{FF2B5EF4-FFF2-40B4-BE49-F238E27FC236}">
                      <a16:creationId xmlns:a16="http://schemas.microsoft.com/office/drawing/2014/main" id="{66D3FB58-C658-481F-AD94-0D6E2CC98D57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99DEEFFF-5FB6-47BF-840E-398213BCB4CA}"/>
                  </a:ext>
                </a:extLst>
              </p:cNvPr>
              <p:cNvGrpSpPr/>
              <p:nvPr/>
            </p:nvGrpSpPr>
            <p:grpSpPr>
              <a:xfrm>
                <a:off x="7016436" y="1483066"/>
                <a:ext cx="907600" cy="907600"/>
                <a:chOff x="6235428" y="2495144"/>
                <a:chExt cx="1867712" cy="1867712"/>
              </a:xfrm>
            </p:grpSpPr>
            <p:sp>
              <p:nvSpPr>
                <p:cNvPr id="69" name="手繪多邊形: 圖案 68">
                  <a:extLst>
                    <a:ext uri="{FF2B5EF4-FFF2-40B4-BE49-F238E27FC236}">
                      <a16:creationId xmlns:a16="http://schemas.microsoft.com/office/drawing/2014/main" id="{00A521EB-7CA7-4514-881D-94F1283DB395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70" name="手繪多邊形: 圖案 69">
                  <a:extLst>
                    <a:ext uri="{FF2B5EF4-FFF2-40B4-BE49-F238E27FC236}">
                      <a16:creationId xmlns:a16="http://schemas.microsoft.com/office/drawing/2014/main" id="{2AC344E8-4655-4C1D-81D3-E69DA72A5828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66" name="群組 65">
                <a:extLst>
                  <a:ext uri="{FF2B5EF4-FFF2-40B4-BE49-F238E27FC236}">
                    <a16:creationId xmlns:a16="http://schemas.microsoft.com/office/drawing/2014/main" id="{3C04F533-A501-40A5-9327-B29A413B99F8}"/>
                  </a:ext>
                </a:extLst>
              </p:cNvPr>
              <p:cNvGrpSpPr/>
              <p:nvPr/>
            </p:nvGrpSpPr>
            <p:grpSpPr>
              <a:xfrm>
                <a:off x="6374188" y="834842"/>
                <a:ext cx="907600" cy="907600"/>
                <a:chOff x="6235428" y="2495144"/>
                <a:chExt cx="1867712" cy="1867712"/>
              </a:xfrm>
            </p:grpSpPr>
            <p:sp>
              <p:nvSpPr>
                <p:cNvPr id="67" name="手繪多邊形: 圖案 66">
                  <a:extLst>
                    <a:ext uri="{FF2B5EF4-FFF2-40B4-BE49-F238E27FC236}">
                      <a16:creationId xmlns:a16="http://schemas.microsoft.com/office/drawing/2014/main" id="{B4585175-99A6-4936-B856-54341D97C775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8" name="手繪多邊形: 圖案 67">
                  <a:extLst>
                    <a:ext uri="{FF2B5EF4-FFF2-40B4-BE49-F238E27FC236}">
                      <a16:creationId xmlns:a16="http://schemas.microsoft.com/office/drawing/2014/main" id="{E70F9DCA-38D0-4373-97E6-EE3768EE384E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24" name="群組 123">
                <a:extLst>
                  <a:ext uri="{FF2B5EF4-FFF2-40B4-BE49-F238E27FC236}">
                    <a16:creationId xmlns:a16="http://schemas.microsoft.com/office/drawing/2014/main" id="{6DB9D625-5C20-4FB4-AE0C-EC36118E13B3}"/>
                  </a:ext>
                </a:extLst>
              </p:cNvPr>
              <p:cNvGrpSpPr/>
              <p:nvPr/>
            </p:nvGrpSpPr>
            <p:grpSpPr>
              <a:xfrm>
                <a:off x="5488735" y="580631"/>
                <a:ext cx="907600" cy="907600"/>
                <a:chOff x="6235428" y="2495144"/>
                <a:chExt cx="1867712" cy="1867712"/>
              </a:xfrm>
            </p:grpSpPr>
            <p:sp>
              <p:nvSpPr>
                <p:cNvPr id="131" name="手繪多邊形: 圖案 130">
                  <a:extLst>
                    <a:ext uri="{FF2B5EF4-FFF2-40B4-BE49-F238E27FC236}">
                      <a16:creationId xmlns:a16="http://schemas.microsoft.com/office/drawing/2014/main" id="{97BCBAE9-5A04-49AE-BFE7-05425FC30232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2" name="手繪多邊形: 圖案 131">
                  <a:extLst>
                    <a:ext uri="{FF2B5EF4-FFF2-40B4-BE49-F238E27FC236}">
                      <a16:creationId xmlns:a16="http://schemas.microsoft.com/office/drawing/2014/main" id="{DB62D471-33B6-4945-B0C7-58EEDE4081B4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25" name="群組 124">
                <a:extLst>
                  <a:ext uri="{FF2B5EF4-FFF2-40B4-BE49-F238E27FC236}">
                    <a16:creationId xmlns:a16="http://schemas.microsoft.com/office/drawing/2014/main" id="{3786D779-ACF7-4128-A352-9BCDCAE1309F}"/>
                  </a:ext>
                </a:extLst>
              </p:cNvPr>
              <p:cNvGrpSpPr/>
              <p:nvPr/>
            </p:nvGrpSpPr>
            <p:grpSpPr>
              <a:xfrm>
                <a:off x="4610769" y="826688"/>
                <a:ext cx="907600" cy="907600"/>
                <a:chOff x="6235428" y="2495144"/>
                <a:chExt cx="1867712" cy="1867712"/>
              </a:xfrm>
            </p:grpSpPr>
            <p:sp>
              <p:nvSpPr>
                <p:cNvPr id="129" name="手繪多邊形: 圖案 128">
                  <a:extLst>
                    <a:ext uri="{FF2B5EF4-FFF2-40B4-BE49-F238E27FC236}">
                      <a16:creationId xmlns:a16="http://schemas.microsoft.com/office/drawing/2014/main" id="{27680D7F-CBD4-4CA2-BD4C-177A0B32899D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0" name="手繪多邊形: 圖案 129">
                  <a:extLst>
                    <a:ext uri="{FF2B5EF4-FFF2-40B4-BE49-F238E27FC236}">
                      <a16:creationId xmlns:a16="http://schemas.microsoft.com/office/drawing/2014/main" id="{983C56AA-4D5A-4128-8C28-2036FA9C2197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126" name="群組 125">
                <a:extLst>
                  <a:ext uri="{FF2B5EF4-FFF2-40B4-BE49-F238E27FC236}">
                    <a16:creationId xmlns:a16="http://schemas.microsoft.com/office/drawing/2014/main" id="{2767EDB2-F205-44C2-AFCA-13AA9AF6A9CB}"/>
                  </a:ext>
                </a:extLst>
              </p:cNvPr>
              <p:cNvGrpSpPr/>
              <p:nvPr/>
            </p:nvGrpSpPr>
            <p:grpSpPr>
              <a:xfrm>
                <a:off x="3962545" y="1468936"/>
                <a:ext cx="907600" cy="907600"/>
                <a:chOff x="6235428" y="2495144"/>
                <a:chExt cx="1867712" cy="1867712"/>
              </a:xfrm>
            </p:grpSpPr>
            <p:sp>
              <p:nvSpPr>
                <p:cNvPr id="127" name="手繪多邊形: 圖案 126">
                  <a:extLst>
                    <a:ext uri="{FF2B5EF4-FFF2-40B4-BE49-F238E27FC236}">
                      <a16:creationId xmlns:a16="http://schemas.microsoft.com/office/drawing/2014/main" id="{76F735C4-15D6-4825-9606-C82307130E46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8" name="手繪多邊形: 圖案 127">
                  <a:extLst>
                    <a:ext uri="{FF2B5EF4-FFF2-40B4-BE49-F238E27FC236}">
                      <a16:creationId xmlns:a16="http://schemas.microsoft.com/office/drawing/2014/main" id="{A19809B0-E981-4DE6-A47A-258F7963CE0F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96" name="群組 95">
                <a:extLst>
                  <a:ext uri="{FF2B5EF4-FFF2-40B4-BE49-F238E27FC236}">
                    <a16:creationId xmlns:a16="http://schemas.microsoft.com/office/drawing/2014/main" id="{EEC6399D-9BEB-410A-95DC-2C39C203A739}"/>
                  </a:ext>
                </a:extLst>
              </p:cNvPr>
              <p:cNvGrpSpPr/>
              <p:nvPr/>
            </p:nvGrpSpPr>
            <p:grpSpPr>
              <a:xfrm>
                <a:off x="3704362" y="2359342"/>
                <a:ext cx="907600" cy="907600"/>
                <a:chOff x="6235428" y="2495144"/>
                <a:chExt cx="1867712" cy="1867712"/>
              </a:xfrm>
            </p:grpSpPr>
            <p:sp>
              <p:nvSpPr>
                <p:cNvPr id="103" name="手繪多邊形: 圖案 102">
                  <a:extLst>
                    <a:ext uri="{FF2B5EF4-FFF2-40B4-BE49-F238E27FC236}">
                      <a16:creationId xmlns:a16="http://schemas.microsoft.com/office/drawing/2014/main" id="{EFAD7526-E53B-4072-ABF1-5DAD40ADA495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4" name="手繪多邊形: 圖案 103">
                  <a:extLst>
                    <a:ext uri="{FF2B5EF4-FFF2-40B4-BE49-F238E27FC236}">
                      <a16:creationId xmlns:a16="http://schemas.microsoft.com/office/drawing/2014/main" id="{AA9B97BE-35CC-41CA-B262-4FD9AE1580E0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97" name="群組 96">
                <a:extLst>
                  <a:ext uri="{FF2B5EF4-FFF2-40B4-BE49-F238E27FC236}">
                    <a16:creationId xmlns:a16="http://schemas.microsoft.com/office/drawing/2014/main" id="{9A20AE62-1BA1-4717-9CF4-483293379453}"/>
                  </a:ext>
                </a:extLst>
              </p:cNvPr>
              <p:cNvGrpSpPr/>
              <p:nvPr/>
            </p:nvGrpSpPr>
            <p:grpSpPr>
              <a:xfrm>
                <a:off x="3950419" y="3237308"/>
                <a:ext cx="907600" cy="907600"/>
                <a:chOff x="6235428" y="2495144"/>
                <a:chExt cx="1867712" cy="1867712"/>
              </a:xfrm>
            </p:grpSpPr>
            <p:sp>
              <p:nvSpPr>
                <p:cNvPr id="101" name="手繪多邊形: 圖案 100">
                  <a:extLst>
                    <a:ext uri="{FF2B5EF4-FFF2-40B4-BE49-F238E27FC236}">
                      <a16:creationId xmlns:a16="http://schemas.microsoft.com/office/drawing/2014/main" id="{AF2F3F08-E72E-497C-90B7-BD6C51402137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2" name="手繪多邊形: 圖案 101">
                  <a:extLst>
                    <a:ext uri="{FF2B5EF4-FFF2-40B4-BE49-F238E27FC236}">
                      <a16:creationId xmlns:a16="http://schemas.microsoft.com/office/drawing/2014/main" id="{7E2B5BD9-7710-4C59-9777-65381818D04A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98" name="群組 97">
                <a:extLst>
                  <a:ext uri="{FF2B5EF4-FFF2-40B4-BE49-F238E27FC236}">
                    <a16:creationId xmlns:a16="http://schemas.microsoft.com/office/drawing/2014/main" id="{639EC119-A4BB-48A5-A4D7-30BC8071B8AB}"/>
                  </a:ext>
                </a:extLst>
              </p:cNvPr>
              <p:cNvGrpSpPr/>
              <p:nvPr/>
            </p:nvGrpSpPr>
            <p:grpSpPr>
              <a:xfrm>
                <a:off x="4592667" y="3885532"/>
                <a:ext cx="907600" cy="907600"/>
                <a:chOff x="6235428" y="2495144"/>
                <a:chExt cx="1867712" cy="1867712"/>
              </a:xfrm>
            </p:grpSpPr>
            <p:sp>
              <p:nvSpPr>
                <p:cNvPr id="99" name="手繪多邊形: 圖案 98">
                  <a:extLst>
                    <a:ext uri="{FF2B5EF4-FFF2-40B4-BE49-F238E27FC236}">
                      <a16:creationId xmlns:a16="http://schemas.microsoft.com/office/drawing/2014/main" id="{DD7FEC9C-50C4-478C-BE33-FC1A78ECDFD1}"/>
                    </a:ext>
                  </a:extLst>
                </p:cNvPr>
                <p:cNvSpPr/>
                <p:nvPr/>
              </p:nvSpPr>
              <p:spPr>
                <a:xfrm>
                  <a:off x="6619049" y="2782111"/>
                  <a:ext cx="1100473" cy="1580745"/>
                </a:xfrm>
                <a:custGeom>
                  <a:avLst/>
                  <a:gdLst>
                    <a:gd name="connsiteX0" fmla="*/ 550236 w 1100473"/>
                    <a:gd name="connsiteY0" fmla="*/ 0 h 1580745"/>
                    <a:gd name="connsiteX1" fmla="*/ 1007436 w 1100473"/>
                    <a:gd name="connsiteY1" fmla="*/ 457200 h 1580745"/>
                    <a:gd name="connsiteX2" fmla="*/ 873526 w 1100473"/>
                    <a:gd name="connsiteY2" fmla="*/ 780490 h 1580745"/>
                    <a:gd name="connsiteX3" fmla="*/ 858945 w 1100473"/>
                    <a:gd name="connsiteY3" fmla="*/ 792520 h 1580745"/>
                    <a:gd name="connsiteX4" fmla="*/ 865688 w 1100473"/>
                    <a:gd name="connsiteY4" fmla="*/ 798846 h 1580745"/>
                    <a:gd name="connsiteX5" fmla="*/ 1096677 w 1100473"/>
                    <a:gd name="connsiteY5" fmla="*/ 1363778 h 1580745"/>
                    <a:gd name="connsiteX6" fmla="*/ 1100473 w 1100473"/>
                    <a:gd name="connsiteY6" fmla="*/ 1398065 h 1580745"/>
                    <a:gd name="connsiteX7" fmla="*/ 1072364 w 1100473"/>
                    <a:gd name="connsiteY7" fmla="*/ 1421257 h 1580745"/>
                    <a:gd name="connsiteX8" fmla="*/ 550236 w 1100473"/>
                    <a:gd name="connsiteY8" fmla="*/ 1580745 h 1580745"/>
                    <a:gd name="connsiteX9" fmla="*/ 28108 w 1100473"/>
                    <a:gd name="connsiteY9" fmla="*/ 1421257 h 1580745"/>
                    <a:gd name="connsiteX10" fmla="*/ 0 w 1100473"/>
                    <a:gd name="connsiteY10" fmla="*/ 1398065 h 1580745"/>
                    <a:gd name="connsiteX11" fmla="*/ 3795 w 1100473"/>
                    <a:gd name="connsiteY11" fmla="*/ 1363778 h 1580745"/>
                    <a:gd name="connsiteX12" fmla="*/ 234785 w 1100473"/>
                    <a:gd name="connsiteY12" fmla="*/ 798846 h 1580745"/>
                    <a:gd name="connsiteX13" fmla="*/ 241527 w 1100473"/>
                    <a:gd name="connsiteY13" fmla="*/ 792520 h 1580745"/>
                    <a:gd name="connsiteX14" fmla="*/ 226947 w 1100473"/>
                    <a:gd name="connsiteY14" fmla="*/ 780490 h 1580745"/>
                    <a:gd name="connsiteX15" fmla="*/ 93036 w 1100473"/>
                    <a:gd name="connsiteY15" fmla="*/ 457200 h 1580745"/>
                    <a:gd name="connsiteX16" fmla="*/ 550236 w 1100473"/>
                    <a:gd name="connsiteY16" fmla="*/ 0 h 1580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00473" h="1580745">
                      <a:moveTo>
                        <a:pt x="550236" y="0"/>
                      </a:moveTo>
                      <a:cubicBezTo>
                        <a:pt x="802741" y="0"/>
                        <a:pt x="1007436" y="204695"/>
                        <a:pt x="1007436" y="457200"/>
                      </a:cubicBezTo>
                      <a:cubicBezTo>
                        <a:pt x="1007436" y="583452"/>
                        <a:pt x="956263" y="697753"/>
                        <a:pt x="873526" y="780490"/>
                      </a:cubicBezTo>
                      <a:lnTo>
                        <a:pt x="858945" y="792520"/>
                      </a:lnTo>
                      <a:lnTo>
                        <a:pt x="865688" y="798846"/>
                      </a:lnTo>
                      <a:cubicBezTo>
                        <a:pt x="978247" y="930284"/>
                        <a:pt x="1061891" y="1130083"/>
                        <a:pt x="1096677" y="1363778"/>
                      </a:cubicBezTo>
                      <a:lnTo>
                        <a:pt x="1100473" y="1398065"/>
                      </a:lnTo>
                      <a:lnTo>
                        <a:pt x="1072364" y="1421257"/>
                      </a:lnTo>
                      <a:cubicBezTo>
                        <a:pt x="923319" y="1521950"/>
                        <a:pt x="743644" y="1580745"/>
                        <a:pt x="550236" y="1580745"/>
                      </a:cubicBezTo>
                      <a:cubicBezTo>
                        <a:pt x="356828" y="1580745"/>
                        <a:pt x="177153" y="1521950"/>
                        <a:pt x="28108" y="1421257"/>
                      </a:cubicBezTo>
                      <a:lnTo>
                        <a:pt x="0" y="1398065"/>
                      </a:lnTo>
                      <a:lnTo>
                        <a:pt x="3795" y="1363778"/>
                      </a:lnTo>
                      <a:cubicBezTo>
                        <a:pt x="38582" y="1130083"/>
                        <a:pt x="122225" y="930284"/>
                        <a:pt x="234785" y="798846"/>
                      </a:cubicBezTo>
                      <a:lnTo>
                        <a:pt x="241527" y="792520"/>
                      </a:lnTo>
                      <a:lnTo>
                        <a:pt x="226947" y="780490"/>
                      </a:lnTo>
                      <a:cubicBezTo>
                        <a:pt x="144210" y="697753"/>
                        <a:pt x="93036" y="583452"/>
                        <a:pt x="93036" y="457200"/>
                      </a:cubicBezTo>
                      <a:cubicBezTo>
                        <a:pt x="93036" y="204695"/>
                        <a:pt x="297731" y="0"/>
                        <a:pt x="550236" y="0"/>
                      </a:cubicBezTo>
                      <a:close/>
                    </a:path>
                  </a:pathLst>
                </a:custGeom>
                <a:noFill/>
                <a:ln w="9525" cap="flat" cmpd="sng" algn="ctr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0" name="手繪多邊形: 圖案 99">
                  <a:extLst>
                    <a:ext uri="{FF2B5EF4-FFF2-40B4-BE49-F238E27FC236}">
                      <a16:creationId xmlns:a16="http://schemas.microsoft.com/office/drawing/2014/main" id="{C7F2C0B6-4C89-4BE2-AC3A-C6EEA797E1FA}"/>
                    </a:ext>
                  </a:extLst>
                </p:cNvPr>
                <p:cNvSpPr/>
                <p:nvPr/>
              </p:nvSpPr>
              <p:spPr>
                <a:xfrm>
                  <a:off x="6235428" y="2495144"/>
                  <a:ext cx="1867712" cy="1685032"/>
                </a:xfrm>
                <a:custGeom>
                  <a:avLst/>
                  <a:gdLst>
                    <a:gd name="connsiteX0" fmla="*/ 933856 w 1867712"/>
                    <a:gd name="connsiteY0" fmla="*/ 0 h 1685032"/>
                    <a:gd name="connsiteX1" fmla="*/ 1867712 w 1867712"/>
                    <a:gd name="connsiteY1" fmla="*/ 933856 h 1685032"/>
                    <a:gd name="connsiteX2" fmla="*/ 1594192 w 1867712"/>
                    <a:gd name="connsiteY2" fmla="*/ 1594192 h 1685032"/>
                    <a:gd name="connsiteX3" fmla="*/ 1484093 w 1867712"/>
                    <a:gd name="connsiteY3" fmla="*/ 1685032 h 1685032"/>
                    <a:gd name="connsiteX4" fmla="*/ 1480297 w 1867712"/>
                    <a:gd name="connsiteY4" fmla="*/ 1650745 h 1685032"/>
                    <a:gd name="connsiteX5" fmla="*/ 1249308 w 1867712"/>
                    <a:gd name="connsiteY5" fmla="*/ 1085813 h 1685032"/>
                    <a:gd name="connsiteX6" fmla="*/ 1242565 w 1867712"/>
                    <a:gd name="connsiteY6" fmla="*/ 1079487 h 1685032"/>
                    <a:gd name="connsiteX7" fmla="*/ 1257146 w 1867712"/>
                    <a:gd name="connsiteY7" fmla="*/ 1067457 h 1685032"/>
                    <a:gd name="connsiteX8" fmla="*/ 1391056 w 1867712"/>
                    <a:gd name="connsiteY8" fmla="*/ 744167 h 1685032"/>
                    <a:gd name="connsiteX9" fmla="*/ 933856 w 1867712"/>
                    <a:gd name="connsiteY9" fmla="*/ 286967 h 1685032"/>
                    <a:gd name="connsiteX10" fmla="*/ 476656 w 1867712"/>
                    <a:gd name="connsiteY10" fmla="*/ 744167 h 1685032"/>
                    <a:gd name="connsiteX11" fmla="*/ 610567 w 1867712"/>
                    <a:gd name="connsiteY11" fmla="*/ 1067457 h 1685032"/>
                    <a:gd name="connsiteX12" fmla="*/ 625147 w 1867712"/>
                    <a:gd name="connsiteY12" fmla="*/ 1079487 h 1685032"/>
                    <a:gd name="connsiteX13" fmla="*/ 618405 w 1867712"/>
                    <a:gd name="connsiteY13" fmla="*/ 1085813 h 1685032"/>
                    <a:gd name="connsiteX14" fmla="*/ 387415 w 1867712"/>
                    <a:gd name="connsiteY14" fmla="*/ 1650745 h 1685032"/>
                    <a:gd name="connsiteX15" fmla="*/ 383620 w 1867712"/>
                    <a:gd name="connsiteY15" fmla="*/ 1685032 h 1685032"/>
                    <a:gd name="connsiteX16" fmla="*/ 273520 w 1867712"/>
                    <a:gd name="connsiteY16" fmla="*/ 1594192 h 1685032"/>
                    <a:gd name="connsiteX17" fmla="*/ 0 w 1867712"/>
                    <a:gd name="connsiteY17" fmla="*/ 933856 h 1685032"/>
                    <a:gd name="connsiteX18" fmla="*/ 933856 w 1867712"/>
                    <a:gd name="connsiteY18" fmla="*/ 0 h 1685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67712" h="1685032">
                      <a:moveTo>
                        <a:pt x="933856" y="0"/>
                      </a:moveTo>
                      <a:cubicBezTo>
                        <a:pt x="1449610" y="0"/>
                        <a:pt x="1867712" y="418102"/>
                        <a:pt x="1867712" y="933856"/>
                      </a:cubicBezTo>
                      <a:cubicBezTo>
                        <a:pt x="1867712" y="1191733"/>
                        <a:pt x="1763187" y="1425197"/>
                        <a:pt x="1594192" y="1594192"/>
                      </a:cubicBezTo>
                      <a:lnTo>
                        <a:pt x="1484093" y="1685032"/>
                      </a:lnTo>
                      <a:lnTo>
                        <a:pt x="1480297" y="1650745"/>
                      </a:lnTo>
                      <a:cubicBezTo>
                        <a:pt x="1445511" y="1417050"/>
                        <a:pt x="1361867" y="1217251"/>
                        <a:pt x="1249308" y="1085813"/>
                      </a:cubicBezTo>
                      <a:lnTo>
                        <a:pt x="1242565" y="1079487"/>
                      </a:lnTo>
                      <a:lnTo>
                        <a:pt x="1257146" y="1067457"/>
                      </a:lnTo>
                      <a:cubicBezTo>
                        <a:pt x="1339883" y="984720"/>
                        <a:pt x="1391056" y="870419"/>
                        <a:pt x="1391056" y="744167"/>
                      </a:cubicBezTo>
                      <a:cubicBezTo>
                        <a:pt x="1391056" y="491662"/>
                        <a:pt x="1186361" y="286967"/>
                        <a:pt x="933856" y="286967"/>
                      </a:cubicBezTo>
                      <a:cubicBezTo>
                        <a:pt x="681351" y="286967"/>
                        <a:pt x="476656" y="491662"/>
                        <a:pt x="476656" y="744167"/>
                      </a:cubicBezTo>
                      <a:cubicBezTo>
                        <a:pt x="476656" y="870419"/>
                        <a:pt x="527830" y="984720"/>
                        <a:pt x="610567" y="1067457"/>
                      </a:cubicBezTo>
                      <a:lnTo>
                        <a:pt x="625147" y="1079487"/>
                      </a:lnTo>
                      <a:lnTo>
                        <a:pt x="618405" y="1085813"/>
                      </a:lnTo>
                      <a:cubicBezTo>
                        <a:pt x="505845" y="1217251"/>
                        <a:pt x="422202" y="1417050"/>
                        <a:pt x="387415" y="1650745"/>
                      </a:cubicBezTo>
                      <a:lnTo>
                        <a:pt x="383620" y="1685032"/>
                      </a:lnTo>
                      <a:lnTo>
                        <a:pt x="273520" y="1594192"/>
                      </a:lnTo>
                      <a:cubicBezTo>
                        <a:pt x="104526" y="1425197"/>
                        <a:pt x="0" y="1191733"/>
                        <a:pt x="0" y="933856"/>
                      </a:cubicBezTo>
                      <a:cubicBezTo>
                        <a:pt x="0" y="418102"/>
                        <a:pt x="418102" y="0"/>
                        <a:pt x="933856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TW" altLang="en-US"/>
                </a:p>
              </p:txBody>
            </p:sp>
          </p:grpSp>
        </p:grpSp>
        <p:grpSp>
          <p:nvGrpSpPr>
            <p:cNvPr id="152" name="群組 151">
              <a:extLst>
                <a:ext uri="{FF2B5EF4-FFF2-40B4-BE49-F238E27FC236}">
                  <a16:creationId xmlns:a16="http://schemas.microsoft.com/office/drawing/2014/main" id="{DBACF660-4F5D-484B-B339-2D7C2779A6DF}"/>
                </a:ext>
              </a:extLst>
            </p:cNvPr>
            <p:cNvGrpSpPr/>
            <p:nvPr/>
          </p:nvGrpSpPr>
          <p:grpSpPr>
            <a:xfrm>
              <a:off x="5010973" y="2508229"/>
              <a:ext cx="1867712" cy="1867712"/>
              <a:chOff x="6235428" y="2495144"/>
              <a:chExt cx="1867712" cy="1867712"/>
            </a:xfrm>
          </p:grpSpPr>
          <p:sp>
            <p:nvSpPr>
              <p:cNvPr id="153" name="手繪多邊形: 圖案 152">
                <a:extLst>
                  <a:ext uri="{FF2B5EF4-FFF2-40B4-BE49-F238E27FC236}">
                    <a16:creationId xmlns:a16="http://schemas.microsoft.com/office/drawing/2014/main" id="{EB4398E0-2688-465A-A02E-1FCF4399E022}"/>
                  </a:ext>
                </a:extLst>
              </p:cNvPr>
              <p:cNvSpPr/>
              <p:nvPr/>
            </p:nvSpPr>
            <p:spPr>
              <a:xfrm>
                <a:off x="6619049" y="2782111"/>
                <a:ext cx="1100473" cy="1580745"/>
              </a:xfrm>
              <a:custGeom>
                <a:avLst/>
                <a:gdLst>
                  <a:gd name="connsiteX0" fmla="*/ 550236 w 1100473"/>
                  <a:gd name="connsiteY0" fmla="*/ 0 h 1580745"/>
                  <a:gd name="connsiteX1" fmla="*/ 1007436 w 1100473"/>
                  <a:gd name="connsiteY1" fmla="*/ 457200 h 1580745"/>
                  <a:gd name="connsiteX2" fmla="*/ 873526 w 1100473"/>
                  <a:gd name="connsiteY2" fmla="*/ 780490 h 1580745"/>
                  <a:gd name="connsiteX3" fmla="*/ 858945 w 1100473"/>
                  <a:gd name="connsiteY3" fmla="*/ 792520 h 1580745"/>
                  <a:gd name="connsiteX4" fmla="*/ 865688 w 1100473"/>
                  <a:gd name="connsiteY4" fmla="*/ 798846 h 1580745"/>
                  <a:gd name="connsiteX5" fmla="*/ 1096677 w 1100473"/>
                  <a:gd name="connsiteY5" fmla="*/ 1363778 h 1580745"/>
                  <a:gd name="connsiteX6" fmla="*/ 1100473 w 1100473"/>
                  <a:gd name="connsiteY6" fmla="*/ 1398065 h 1580745"/>
                  <a:gd name="connsiteX7" fmla="*/ 1072364 w 1100473"/>
                  <a:gd name="connsiteY7" fmla="*/ 1421257 h 1580745"/>
                  <a:gd name="connsiteX8" fmla="*/ 550236 w 1100473"/>
                  <a:gd name="connsiteY8" fmla="*/ 1580745 h 1580745"/>
                  <a:gd name="connsiteX9" fmla="*/ 28108 w 1100473"/>
                  <a:gd name="connsiteY9" fmla="*/ 1421257 h 1580745"/>
                  <a:gd name="connsiteX10" fmla="*/ 0 w 1100473"/>
                  <a:gd name="connsiteY10" fmla="*/ 1398065 h 1580745"/>
                  <a:gd name="connsiteX11" fmla="*/ 3795 w 1100473"/>
                  <a:gd name="connsiteY11" fmla="*/ 1363778 h 1580745"/>
                  <a:gd name="connsiteX12" fmla="*/ 234785 w 1100473"/>
                  <a:gd name="connsiteY12" fmla="*/ 798846 h 1580745"/>
                  <a:gd name="connsiteX13" fmla="*/ 241527 w 1100473"/>
                  <a:gd name="connsiteY13" fmla="*/ 792520 h 1580745"/>
                  <a:gd name="connsiteX14" fmla="*/ 226947 w 1100473"/>
                  <a:gd name="connsiteY14" fmla="*/ 780490 h 1580745"/>
                  <a:gd name="connsiteX15" fmla="*/ 93036 w 1100473"/>
                  <a:gd name="connsiteY15" fmla="*/ 457200 h 1580745"/>
                  <a:gd name="connsiteX16" fmla="*/ 550236 w 1100473"/>
                  <a:gd name="connsiteY16" fmla="*/ 0 h 1580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0473" h="1580745">
                    <a:moveTo>
                      <a:pt x="550236" y="0"/>
                    </a:moveTo>
                    <a:cubicBezTo>
                      <a:pt x="802741" y="0"/>
                      <a:pt x="1007436" y="204695"/>
                      <a:pt x="1007436" y="457200"/>
                    </a:cubicBezTo>
                    <a:cubicBezTo>
                      <a:pt x="1007436" y="583452"/>
                      <a:pt x="956263" y="697753"/>
                      <a:pt x="873526" y="780490"/>
                    </a:cubicBezTo>
                    <a:lnTo>
                      <a:pt x="858945" y="792520"/>
                    </a:lnTo>
                    <a:lnTo>
                      <a:pt x="865688" y="798846"/>
                    </a:lnTo>
                    <a:cubicBezTo>
                      <a:pt x="978247" y="930284"/>
                      <a:pt x="1061891" y="1130083"/>
                      <a:pt x="1096677" y="1363778"/>
                    </a:cubicBezTo>
                    <a:lnTo>
                      <a:pt x="1100473" y="1398065"/>
                    </a:lnTo>
                    <a:lnTo>
                      <a:pt x="1072364" y="1421257"/>
                    </a:lnTo>
                    <a:cubicBezTo>
                      <a:pt x="923319" y="1521950"/>
                      <a:pt x="743644" y="1580745"/>
                      <a:pt x="550236" y="1580745"/>
                    </a:cubicBezTo>
                    <a:cubicBezTo>
                      <a:pt x="356828" y="1580745"/>
                      <a:pt x="177153" y="1521950"/>
                      <a:pt x="28108" y="1421257"/>
                    </a:cubicBezTo>
                    <a:lnTo>
                      <a:pt x="0" y="1398065"/>
                    </a:lnTo>
                    <a:lnTo>
                      <a:pt x="3795" y="1363778"/>
                    </a:lnTo>
                    <a:cubicBezTo>
                      <a:pt x="38582" y="1130083"/>
                      <a:pt x="122225" y="930284"/>
                      <a:pt x="234785" y="798846"/>
                    </a:cubicBezTo>
                    <a:lnTo>
                      <a:pt x="241527" y="792520"/>
                    </a:lnTo>
                    <a:lnTo>
                      <a:pt x="226947" y="780490"/>
                    </a:lnTo>
                    <a:cubicBezTo>
                      <a:pt x="144210" y="697753"/>
                      <a:pt x="93036" y="583452"/>
                      <a:pt x="93036" y="457200"/>
                    </a:cubicBezTo>
                    <a:cubicBezTo>
                      <a:pt x="93036" y="204695"/>
                      <a:pt x="297731" y="0"/>
                      <a:pt x="550236" y="0"/>
                    </a:cubicBezTo>
                    <a:close/>
                  </a:path>
                </a:pathLst>
              </a:custGeom>
              <a:noFill/>
              <a:ln w="952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54" name="手繪多邊形: 圖案 153">
                <a:extLst>
                  <a:ext uri="{FF2B5EF4-FFF2-40B4-BE49-F238E27FC236}">
                    <a16:creationId xmlns:a16="http://schemas.microsoft.com/office/drawing/2014/main" id="{1DAB0B5D-D3B8-4452-9A15-89A57719AF9A}"/>
                  </a:ext>
                </a:extLst>
              </p:cNvPr>
              <p:cNvSpPr/>
              <p:nvPr/>
            </p:nvSpPr>
            <p:spPr>
              <a:xfrm>
                <a:off x="6235428" y="2495144"/>
                <a:ext cx="1867712" cy="1685032"/>
              </a:xfrm>
              <a:custGeom>
                <a:avLst/>
                <a:gdLst>
                  <a:gd name="connsiteX0" fmla="*/ 933856 w 1867712"/>
                  <a:gd name="connsiteY0" fmla="*/ 0 h 1685032"/>
                  <a:gd name="connsiteX1" fmla="*/ 1867712 w 1867712"/>
                  <a:gd name="connsiteY1" fmla="*/ 933856 h 1685032"/>
                  <a:gd name="connsiteX2" fmla="*/ 1594192 w 1867712"/>
                  <a:gd name="connsiteY2" fmla="*/ 1594192 h 1685032"/>
                  <a:gd name="connsiteX3" fmla="*/ 1484093 w 1867712"/>
                  <a:gd name="connsiteY3" fmla="*/ 1685032 h 1685032"/>
                  <a:gd name="connsiteX4" fmla="*/ 1480297 w 1867712"/>
                  <a:gd name="connsiteY4" fmla="*/ 1650745 h 1685032"/>
                  <a:gd name="connsiteX5" fmla="*/ 1249308 w 1867712"/>
                  <a:gd name="connsiteY5" fmla="*/ 1085813 h 1685032"/>
                  <a:gd name="connsiteX6" fmla="*/ 1242565 w 1867712"/>
                  <a:gd name="connsiteY6" fmla="*/ 1079487 h 1685032"/>
                  <a:gd name="connsiteX7" fmla="*/ 1257146 w 1867712"/>
                  <a:gd name="connsiteY7" fmla="*/ 1067457 h 1685032"/>
                  <a:gd name="connsiteX8" fmla="*/ 1391056 w 1867712"/>
                  <a:gd name="connsiteY8" fmla="*/ 744167 h 1685032"/>
                  <a:gd name="connsiteX9" fmla="*/ 933856 w 1867712"/>
                  <a:gd name="connsiteY9" fmla="*/ 286967 h 1685032"/>
                  <a:gd name="connsiteX10" fmla="*/ 476656 w 1867712"/>
                  <a:gd name="connsiteY10" fmla="*/ 744167 h 1685032"/>
                  <a:gd name="connsiteX11" fmla="*/ 610567 w 1867712"/>
                  <a:gd name="connsiteY11" fmla="*/ 1067457 h 1685032"/>
                  <a:gd name="connsiteX12" fmla="*/ 625147 w 1867712"/>
                  <a:gd name="connsiteY12" fmla="*/ 1079487 h 1685032"/>
                  <a:gd name="connsiteX13" fmla="*/ 618405 w 1867712"/>
                  <a:gd name="connsiteY13" fmla="*/ 1085813 h 1685032"/>
                  <a:gd name="connsiteX14" fmla="*/ 387415 w 1867712"/>
                  <a:gd name="connsiteY14" fmla="*/ 1650745 h 1685032"/>
                  <a:gd name="connsiteX15" fmla="*/ 383620 w 1867712"/>
                  <a:gd name="connsiteY15" fmla="*/ 1685032 h 1685032"/>
                  <a:gd name="connsiteX16" fmla="*/ 273520 w 1867712"/>
                  <a:gd name="connsiteY16" fmla="*/ 1594192 h 1685032"/>
                  <a:gd name="connsiteX17" fmla="*/ 0 w 1867712"/>
                  <a:gd name="connsiteY17" fmla="*/ 933856 h 1685032"/>
                  <a:gd name="connsiteX18" fmla="*/ 933856 w 1867712"/>
                  <a:gd name="connsiteY18" fmla="*/ 0 h 1685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67712" h="1685032">
                    <a:moveTo>
                      <a:pt x="933856" y="0"/>
                    </a:moveTo>
                    <a:cubicBezTo>
                      <a:pt x="1449610" y="0"/>
                      <a:pt x="1867712" y="418102"/>
                      <a:pt x="1867712" y="933856"/>
                    </a:cubicBezTo>
                    <a:cubicBezTo>
                      <a:pt x="1867712" y="1191733"/>
                      <a:pt x="1763187" y="1425197"/>
                      <a:pt x="1594192" y="1594192"/>
                    </a:cubicBezTo>
                    <a:lnTo>
                      <a:pt x="1484093" y="1685032"/>
                    </a:lnTo>
                    <a:lnTo>
                      <a:pt x="1480297" y="1650745"/>
                    </a:lnTo>
                    <a:cubicBezTo>
                      <a:pt x="1445511" y="1417050"/>
                      <a:pt x="1361867" y="1217251"/>
                      <a:pt x="1249308" y="1085813"/>
                    </a:cubicBezTo>
                    <a:lnTo>
                      <a:pt x="1242565" y="1079487"/>
                    </a:lnTo>
                    <a:lnTo>
                      <a:pt x="1257146" y="1067457"/>
                    </a:lnTo>
                    <a:cubicBezTo>
                      <a:pt x="1339883" y="984720"/>
                      <a:pt x="1391056" y="870419"/>
                      <a:pt x="1391056" y="744167"/>
                    </a:cubicBezTo>
                    <a:cubicBezTo>
                      <a:pt x="1391056" y="491662"/>
                      <a:pt x="1186361" y="286967"/>
                      <a:pt x="933856" y="286967"/>
                    </a:cubicBezTo>
                    <a:cubicBezTo>
                      <a:pt x="681351" y="286967"/>
                      <a:pt x="476656" y="491662"/>
                      <a:pt x="476656" y="744167"/>
                    </a:cubicBezTo>
                    <a:cubicBezTo>
                      <a:pt x="476656" y="870419"/>
                      <a:pt x="527830" y="984720"/>
                      <a:pt x="610567" y="1067457"/>
                    </a:cubicBezTo>
                    <a:lnTo>
                      <a:pt x="625147" y="1079487"/>
                    </a:lnTo>
                    <a:lnTo>
                      <a:pt x="618405" y="1085813"/>
                    </a:lnTo>
                    <a:cubicBezTo>
                      <a:pt x="505845" y="1217251"/>
                      <a:pt x="422202" y="1417050"/>
                      <a:pt x="387415" y="1650745"/>
                    </a:cubicBezTo>
                    <a:lnTo>
                      <a:pt x="383620" y="1685032"/>
                    </a:lnTo>
                    <a:lnTo>
                      <a:pt x="273520" y="1594192"/>
                    </a:lnTo>
                    <a:cubicBezTo>
                      <a:pt x="104526" y="1425197"/>
                      <a:pt x="0" y="1191733"/>
                      <a:pt x="0" y="933856"/>
                    </a:cubicBezTo>
                    <a:cubicBezTo>
                      <a:pt x="0" y="418102"/>
                      <a:pt x="418102" y="0"/>
                      <a:pt x="933856" y="0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00" name="群組 199">
              <a:extLst>
                <a:ext uri="{FF2B5EF4-FFF2-40B4-BE49-F238E27FC236}">
                  <a16:creationId xmlns:a16="http://schemas.microsoft.com/office/drawing/2014/main" id="{244CC310-816F-43AA-BF4D-46E17434B829}"/>
                </a:ext>
              </a:extLst>
            </p:cNvPr>
            <p:cNvGrpSpPr/>
            <p:nvPr/>
          </p:nvGrpSpPr>
          <p:grpSpPr>
            <a:xfrm>
              <a:off x="2549207" y="55653"/>
              <a:ext cx="6765426" cy="6779197"/>
              <a:chOff x="2415474" y="-476669"/>
              <a:chExt cx="6765426" cy="6779197"/>
            </a:xfrm>
          </p:grpSpPr>
          <p:sp>
            <p:nvSpPr>
              <p:cNvPr id="201" name="流程圖: 匯合連接點 200">
                <a:extLst>
                  <a:ext uri="{FF2B5EF4-FFF2-40B4-BE49-F238E27FC236}">
                    <a16:creationId xmlns:a16="http://schemas.microsoft.com/office/drawing/2014/main" id="{C8E7B745-CFEB-467B-9E56-94E9ABFE6F1B}"/>
                  </a:ext>
                </a:extLst>
              </p:cNvPr>
              <p:cNvSpPr/>
              <p:nvPr/>
            </p:nvSpPr>
            <p:spPr>
              <a:xfrm rot="5400000">
                <a:off x="7980819" y="4021295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2" name="流程圖: 匯合連接點 201">
                <a:extLst>
                  <a:ext uri="{FF2B5EF4-FFF2-40B4-BE49-F238E27FC236}">
                    <a16:creationId xmlns:a16="http://schemas.microsoft.com/office/drawing/2014/main" id="{BB3C1FA7-2480-4279-A8FC-2327FFDD165F}"/>
                  </a:ext>
                </a:extLst>
              </p:cNvPr>
              <p:cNvSpPr/>
              <p:nvPr/>
            </p:nvSpPr>
            <p:spPr>
              <a:xfrm rot="5400000">
                <a:off x="6896327" y="5111793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3" name="流程圖: 匯合連接點 202">
                <a:extLst>
                  <a:ext uri="{FF2B5EF4-FFF2-40B4-BE49-F238E27FC236}">
                    <a16:creationId xmlns:a16="http://schemas.microsoft.com/office/drawing/2014/main" id="{8C30D17F-78AF-4B4A-B39D-B4F33564C8BE}"/>
                  </a:ext>
                </a:extLst>
              </p:cNvPr>
              <p:cNvSpPr/>
              <p:nvPr/>
            </p:nvSpPr>
            <p:spPr>
              <a:xfrm rot="5400000">
                <a:off x="5417101" y="5513484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4" name="流程圖: 匯合連接點 203">
                <a:extLst>
                  <a:ext uri="{FF2B5EF4-FFF2-40B4-BE49-F238E27FC236}">
                    <a16:creationId xmlns:a16="http://schemas.microsoft.com/office/drawing/2014/main" id="{92B65895-6019-4B50-9C25-7B80D58CE3BB}"/>
                  </a:ext>
                </a:extLst>
              </p:cNvPr>
              <p:cNvSpPr/>
              <p:nvPr/>
            </p:nvSpPr>
            <p:spPr>
              <a:xfrm rot="5400000">
                <a:off x="7511506" y="4631841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5" name="流程圖: 匯合連接點 204">
                <a:extLst>
                  <a:ext uri="{FF2B5EF4-FFF2-40B4-BE49-F238E27FC236}">
                    <a16:creationId xmlns:a16="http://schemas.microsoft.com/office/drawing/2014/main" id="{8CB60FF8-6D04-4857-9BE6-2EDE19CD4F56}"/>
                  </a:ext>
                </a:extLst>
              </p:cNvPr>
              <p:cNvSpPr/>
              <p:nvPr/>
            </p:nvSpPr>
            <p:spPr>
              <a:xfrm rot="5400000">
                <a:off x="6177026" y="5410371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6" name="流程圖: 匯合連接點 205">
                <a:extLst>
                  <a:ext uri="{FF2B5EF4-FFF2-40B4-BE49-F238E27FC236}">
                    <a16:creationId xmlns:a16="http://schemas.microsoft.com/office/drawing/2014/main" id="{FFFB2619-EAFF-4B4F-9BAD-0943D8AB85C6}"/>
                  </a:ext>
                </a:extLst>
              </p:cNvPr>
              <p:cNvSpPr/>
              <p:nvPr/>
            </p:nvSpPr>
            <p:spPr>
              <a:xfrm rot="5400000">
                <a:off x="8280941" y="3301109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7" name="流程圖: 匯合連接點 206">
                <a:extLst>
                  <a:ext uri="{FF2B5EF4-FFF2-40B4-BE49-F238E27FC236}">
                    <a16:creationId xmlns:a16="http://schemas.microsoft.com/office/drawing/2014/main" id="{16775575-B8AE-41DF-951E-43795025DC8F}"/>
                  </a:ext>
                </a:extLst>
              </p:cNvPr>
              <p:cNvSpPr/>
              <p:nvPr/>
            </p:nvSpPr>
            <p:spPr>
              <a:xfrm>
                <a:off x="6899667" y="-56341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8" name="流程圖: 匯合連接點 207">
                <a:extLst>
                  <a:ext uri="{FF2B5EF4-FFF2-40B4-BE49-F238E27FC236}">
                    <a16:creationId xmlns:a16="http://schemas.microsoft.com/office/drawing/2014/main" id="{8283B13A-47F1-456D-ACB8-6DFB48376026}"/>
                  </a:ext>
                </a:extLst>
              </p:cNvPr>
              <p:cNvSpPr/>
              <p:nvPr/>
            </p:nvSpPr>
            <p:spPr>
              <a:xfrm>
                <a:off x="7990165" y="1028150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9" name="流程圖: 匯合連接點 208">
                <a:extLst>
                  <a:ext uri="{FF2B5EF4-FFF2-40B4-BE49-F238E27FC236}">
                    <a16:creationId xmlns:a16="http://schemas.microsoft.com/office/drawing/2014/main" id="{E85F7226-4C9B-4B2A-878F-31795ABC4D6E}"/>
                  </a:ext>
                </a:extLst>
              </p:cNvPr>
              <p:cNvSpPr/>
              <p:nvPr/>
            </p:nvSpPr>
            <p:spPr>
              <a:xfrm>
                <a:off x="8391856" y="2507377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0" name="流程圖: 匯合連接點 209">
                <a:extLst>
                  <a:ext uri="{FF2B5EF4-FFF2-40B4-BE49-F238E27FC236}">
                    <a16:creationId xmlns:a16="http://schemas.microsoft.com/office/drawing/2014/main" id="{79906F25-3CF6-4EAE-BC0C-01F03B6EAB84}"/>
                  </a:ext>
                </a:extLst>
              </p:cNvPr>
              <p:cNvSpPr/>
              <p:nvPr/>
            </p:nvSpPr>
            <p:spPr>
              <a:xfrm>
                <a:off x="7510213" y="412971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1" name="流程圖: 匯合連接點 210">
                <a:extLst>
                  <a:ext uri="{FF2B5EF4-FFF2-40B4-BE49-F238E27FC236}">
                    <a16:creationId xmlns:a16="http://schemas.microsoft.com/office/drawing/2014/main" id="{B4E90DBE-2B19-422C-97FD-769E8401D4FA}"/>
                  </a:ext>
                </a:extLst>
              </p:cNvPr>
              <p:cNvSpPr/>
              <p:nvPr/>
            </p:nvSpPr>
            <p:spPr>
              <a:xfrm>
                <a:off x="8288743" y="1747451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2" name="流程圖: 匯合連接點 211">
                <a:extLst>
                  <a:ext uri="{FF2B5EF4-FFF2-40B4-BE49-F238E27FC236}">
                    <a16:creationId xmlns:a16="http://schemas.microsoft.com/office/drawing/2014/main" id="{D656FB23-089E-4AF2-A205-794DD56C1A63}"/>
                  </a:ext>
                </a:extLst>
              </p:cNvPr>
              <p:cNvSpPr/>
              <p:nvPr/>
            </p:nvSpPr>
            <p:spPr>
              <a:xfrm>
                <a:off x="6179481" y="-356464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3" name="流程圖: 匯合連接點 212">
                <a:extLst>
                  <a:ext uri="{FF2B5EF4-FFF2-40B4-BE49-F238E27FC236}">
                    <a16:creationId xmlns:a16="http://schemas.microsoft.com/office/drawing/2014/main" id="{7FB74FEB-8B82-4AC6-ABF7-B90C88EBE1DB}"/>
                  </a:ext>
                </a:extLst>
              </p:cNvPr>
              <p:cNvSpPr/>
              <p:nvPr/>
            </p:nvSpPr>
            <p:spPr>
              <a:xfrm rot="10800000">
                <a:off x="3907664" y="5090443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4" name="流程圖: 匯合連接點 213">
                <a:extLst>
                  <a:ext uri="{FF2B5EF4-FFF2-40B4-BE49-F238E27FC236}">
                    <a16:creationId xmlns:a16="http://schemas.microsoft.com/office/drawing/2014/main" id="{EA440C88-C97E-44D0-A8AF-2AB05DED6540}"/>
                  </a:ext>
                </a:extLst>
              </p:cNvPr>
              <p:cNvSpPr/>
              <p:nvPr/>
            </p:nvSpPr>
            <p:spPr>
              <a:xfrm rot="10800000">
                <a:off x="2817165" y="4005951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5" name="流程圖: 匯合連接點 214">
                <a:extLst>
                  <a:ext uri="{FF2B5EF4-FFF2-40B4-BE49-F238E27FC236}">
                    <a16:creationId xmlns:a16="http://schemas.microsoft.com/office/drawing/2014/main" id="{2C2FED82-B14D-4B99-9EE7-21EBBD2DD16E}"/>
                  </a:ext>
                </a:extLst>
              </p:cNvPr>
              <p:cNvSpPr/>
              <p:nvPr/>
            </p:nvSpPr>
            <p:spPr>
              <a:xfrm rot="10800000">
                <a:off x="2415474" y="2526725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6" name="流程圖: 匯合連接點 215">
                <a:extLst>
                  <a:ext uri="{FF2B5EF4-FFF2-40B4-BE49-F238E27FC236}">
                    <a16:creationId xmlns:a16="http://schemas.microsoft.com/office/drawing/2014/main" id="{9AE64EA5-1F19-45BD-BE61-4C56FD723275}"/>
                  </a:ext>
                </a:extLst>
              </p:cNvPr>
              <p:cNvSpPr/>
              <p:nvPr/>
            </p:nvSpPr>
            <p:spPr>
              <a:xfrm rot="10800000">
                <a:off x="3297117" y="4621130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7" name="流程圖: 匯合連接點 216">
                <a:extLst>
                  <a:ext uri="{FF2B5EF4-FFF2-40B4-BE49-F238E27FC236}">
                    <a16:creationId xmlns:a16="http://schemas.microsoft.com/office/drawing/2014/main" id="{A6CC7048-CE4A-4FC2-AD7B-D1F6DCBE96FB}"/>
                  </a:ext>
                </a:extLst>
              </p:cNvPr>
              <p:cNvSpPr/>
              <p:nvPr/>
            </p:nvSpPr>
            <p:spPr>
              <a:xfrm rot="10800000">
                <a:off x="2518588" y="3286650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8" name="流程圖: 匯合連接點 217">
                <a:extLst>
                  <a:ext uri="{FF2B5EF4-FFF2-40B4-BE49-F238E27FC236}">
                    <a16:creationId xmlns:a16="http://schemas.microsoft.com/office/drawing/2014/main" id="{83BF2E63-4B51-40B1-AA57-353BCA77BDC3}"/>
                  </a:ext>
                </a:extLst>
              </p:cNvPr>
              <p:cNvSpPr/>
              <p:nvPr/>
            </p:nvSpPr>
            <p:spPr>
              <a:xfrm rot="10800000">
                <a:off x="4627850" y="5390565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9" name="流程圖: 匯合連接點 218">
                <a:extLst>
                  <a:ext uri="{FF2B5EF4-FFF2-40B4-BE49-F238E27FC236}">
                    <a16:creationId xmlns:a16="http://schemas.microsoft.com/office/drawing/2014/main" id="{CAAB1692-4834-4B83-BC59-5336B6C7C046}"/>
                  </a:ext>
                </a:extLst>
              </p:cNvPr>
              <p:cNvSpPr/>
              <p:nvPr/>
            </p:nvSpPr>
            <p:spPr>
              <a:xfrm rot="16200000">
                <a:off x="2852176" y="1015521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0" name="流程圖: 匯合連接點 219">
                <a:extLst>
                  <a:ext uri="{FF2B5EF4-FFF2-40B4-BE49-F238E27FC236}">
                    <a16:creationId xmlns:a16="http://schemas.microsoft.com/office/drawing/2014/main" id="{14837384-372F-4001-8DB2-815A68035612}"/>
                  </a:ext>
                </a:extLst>
              </p:cNvPr>
              <p:cNvSpPr/>
              <p:nvPr/>
            </p:nvSpPr>
            <p:spPr>
              <a:xfrm rot="16200000">
                <a:off x="3936667" y="-74978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1" name="流程圖: 匯合連接點 220">
                <a:extLst>
                  <a:ext uri="{FF2B5EF4-FFF2-40B4-BE49-F238E27FC236}">
                    <a16:creationId xmlns:a16="http://schemas.microsoft.com/office/drawing/2014/main" id="{38EACC7F-FF9C-4C42-8FD7-55EC7674547D}"/>
                  </a:ext>
                </a:extLst>
              </p:cNvPr>
              <p:cNvSpPr/>
              <p:nvPr/>
            </p:nvSpPr>
            <p:spPr>
              <a:xfrm rot="16200000">
                <a:off x="5415894" y="-476669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2" name="流程圖: 匯合連接點 221">
                <a:extLst>
                  <a:ext uri="{FF2B5EF4-FFF2-40B4-BE49-F238E27FC236}">
                    <a16:creationId xmlns:a16="http://schemas.microsoft.com/office/drawing/2014/main" id="{296EDF26-6673-4503-93BE-57E836622415}"/>
                  </a:ext>
                </a:extLst>
              </p:cNvPr>
              <p:cNvSpPr/>
              <p:nvPr/>
            </p:nvSpPr>
            <p:spPr>
              <a:xfrm rot="16200000">
                <a:off x="3321488" y="404974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3" name="流程圖: 匯合連接點 222">
                <a:extLst>
                  <a:ext uri="{FF2B5EF4-FFF2-40B4-BE49-F238E27FC236}">
                    <a16:creationId xmlns:a16="http://schemas.microsoft.com/office/drawing/2014/main" id="{E36FA688-321B-44CC-86D3-13D05FB5CDC7}"/>
                  </a:ext>
                </a:extLst>
              </p:cNvPr>
              <p:cNvSpPr/>
              <p:nvPr/>
            </p:nvSpPr>
            <p:spPr>
              <a:xfrm rot="16200000">
                <a:off x="4655968" y="-373555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4" name="流程圖: 匯合連接點 223">
                <a:extLst>
                  <a:ext uri="{FF2B5EF4-FFF2-40B4-BE49-F238E27FC236}">
                    <a16:creationId xmlns:a16="http://schemas.microsoft.com/office/drawing/2014/main" id="{4ECB7F01-4892-4BE5-80B9-3806C93B2566}"/>
                  </a:ext>
                </a:extLst>
              </p:cNvPr>
              <p:cNvSpPr/>
              <p:nvPr/>
            </p:nvSpPr>
            <p:spPr>
              <a:xfrm rot="16200000">
                <a:off x="2552053" y="1735707"/>
                <a:ext cx="789044" cy="789044"/>
              </a:xfrm>
              <a:prstGeom prst="flowChartSummingJunction">
                <a:avLst/>
              </a:prstGeom>
              <a:solidFill>
                <a:srgbClr val="4472C4">
                  <a:alpha val="25882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462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0CC94BB-944A-4CFB-8202-13068202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0" i="0" dirty="0">
                <a:solidFill>
                  <a:srgbClr val="332722"/>
                </a:solidFill>
                <a:effectLst/>
                <a:latin typeface="system-ui"/>
              </a:rPr>
              <a:t>See All Video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5E75B5-D2B1-47B0-9926-4195472EA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922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群組 270">
            <a:extLst>
              <a:ext uri="{FF2B5EF4-FFF2-40B4-BE49-F238E27FC236}">
                <a16:creationId xmlns:a16="http://schemas.microsoft.com/office/drawing/2014/main" id="{01D1EDC5-E31C-4BFA-A3B8-A168B13672E4}"/>
              </a:ext>
            </a:extLst>
          </p:cNvPr>
          <p:cNvGrpSpPr/>
          <p:nvPr/>
        </p:nvGrpSpPr>
        <p:grpSpPr>
          <a:xfrm>
            <a:off x="1066183" y="971775"/>
            <a:ext cx="10108337" cy="5116772"/>
            <a:chOff x="1066183" y="971775"/>
            <a:chExt cx="10108337" cy="5116772"/>
          </a:xfrm>
        </p:grpSpPr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63EBC4F9-13D5-41BD-9A15-56EFC74A3237}"/>
                </a:ext>
              </a:extLst>
            </p:cNvPr>
            <p:cNvSpPr/>
            <p:nvPr/>
          </p:nvSpPr>
          <p:spPr>
            <a:xfrm>
              <a:off x="1066183" y="971775"/>
              <a:ext cx="10059634" cy="511677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273" name="群組 272">
              <a:extLst>
                <a:ext uri="{FF2B5EF4-FFF2-40B4-BE49-F238E27FC236}">
                  <a16:creationId xmlns:a16="http://schemas.microsoft.com/office/drawing/2014/main" id="{FEB20D93-B90D-4172-87A7-9CBEA12F14A7}"/>
                </a:ext>
              </a:extLst>
            </p:cNvPr>
            <p:cNvGrpSpPr/>
            <p:nvPr/>
          </p:nvGrpSpPr>
          <p:grpSpPr>
            <a:xfrm>
              <a:off x="1652876" y="2630485"/>
              <a:ext cx="8875475" cy="2661962"/>
              <a:chOff x="1738298" y="2051750"/>
              <a:chExt cx="8875475" cy="2661962"/>
            </a:xfrm>
          </p:grpSpPr>
          <p:sp>
            <p:nvSpPr>
              <p:cNvPr id="278" name="矩形 277">
                <a:extLst>
                  <a:ext uri="{FF2B5EF4-FFF2-40B4-BE49-F238E27FC236}">
                    <a16:creationId xmlns:a16="http://schemas.microsoft.com/office/drawing/2014/main" id="{0C092F39-D02A-48A0-B7B9-46B258A58B2F}"/>
                  </a:ext>
                </a:extLst>
              </p:cNvPr>
              <p:cNvSpPr/>
              <p:nvPr/>
            </p:nvSpPr>
            <p:spPr>
              <a:xfrm>
                <a:off x="266007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9" name="矩形 278">
                <a:extLst>
                  <a:ext uri="{FF2B5EF4-FFF2-40B4-BE49-F238E27FC236}">
                    <a16:creationId xmlns:a16="http://schemas.microsoft.com/office/drawing/2014/main" id="{58C6F150-70D4-471E-9D86-B5D77F58CC8F}"/>
                  </a:ext>
                </a:extLst>
              </p:cNvPr>
              <p:cNvSpPr/>
              <p:nvPr/>
            </p:nvSpPr>
            <p:spPr>
              <a:xfrm>
                <a:off x="327823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0" name="矩形 279">
                <a:extLst>
                  <a:ext uri="{FF2B5EF4-FFF2-40B4-BE49-F238E27FC236}">
                    <a16:creationId xmlns:a16="http://schemas.microsoft.com/office/drawing/2014/main" id="{894EB148-04F9-4B4A-AD5C-C13CF394F25A}"/>
                  </a:ext>
                </a:extLst>
              </p:cNvPr>
              <p:cNvSpPr/>
              <p:nvPr/>
            </p:nvSpPr>
            <p:spPr>
              <a:xfrm>
                <a:off x="389640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17BA67F3-9CFA-4BA8-803B-761CAD99194A}"/>
                  </a:ext>
                </a:extLst>
              </p:cNvPr>
              <p:cNvSpPr/>
              <p:nvPr/>
            </p:nvSpPr>
            <p:spPr>
              <a:xfrm>
                <a:off x="451456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2" name="矩形 281">
                <a:extLst>
                  <a:ext uri="{FF2B5EF4-FFF2-40B4-BE49-F238E27FC236}">
                    <a16:creationId xmlns:a16="http://schemas.microsoft.com/office/drawing/2014/main" id="{ADD9D4CB-A5B7-4365-98C8-D3F3F4B48FC9}"/>
                  </a:ext>
                </a:extLst>
              </p:cNvPr>
              <p:cNvSpPr/>
              <p:nvPr/>
            </p:nvSpPr>
            <p:spPr>
              <a:xfrm>
                <a:off x="513273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6B76C72B-41BE-4A3B-A975-2337621021A6}"/>
                  </a:ext>
                </a:extLst>
              </p:cNvPr>
              <p:cNvSpPr/>
              <p:nvPr/>
            </p:nvSpPr>
            <p:spPr>
              <a:xfrm>
                <a:off x="575089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C19E91DA-8591-47B9-B79F-993B5CD3042F}"/>
                  </a:ext>
                </a:extLst>
              </p:cNvPr>
              <p:cNvSpPr/>
              <p:nvPr/>
            </p:nvSpPr>
            <p:spPr>
              <a:xfrm>
                <a:off x="636906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5" name="矩形 284">
                <a:extLst>
                  <a:ext uri="{FF2B5EF4-FFF2-40B4-BE49-F238E27FC236}">
                    <a16:creationId xmlns:a16="http://schemas.microsoft.com/office/drawing/2014/main" id="{6EF6D971-9480-48E9-81E4-2C4E7EA38BCB}"/>
                  </a:ext>
                </a:extLst>
              </p:cNvPr>
              <p:cNvSpPr/>
              <p:nvPr/>
            </p:nvSpPr>
            <p:spPr>
              <a:xfrm>
                <a:off x="698722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E04B920A-E57C-46C9-95EC-B650F7103546}"/>
                  </a:ext>
                </a:extLst>
              </p:cNvPr>
              <p:cNvSpPr/>
              <p:nvPr/>
            </p:nvSpPr>
            <p:spPr>
              <a:xfrm>
                <a:off x="760539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D32901C9-271B-4C4A-98F6-0D23C4DC9067}"/>
                  </a:ext>
                </a:extLst>
              </p:cNvPr>
              <p:cNvSpPr/>
              <p:nvPr/>
            </p:nvSpPr>
            <p:spPr>
              <a:xfrm>
                <a:off x="822355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5D69B0D1-5E00-498B-8969-3A2616821722}"/>
                  </a:ext>
                </a:extLst>
              </p:cNvPr>
              <p:cNvSpPr/>
              <p:nvPr/>
            </p:nvSpPr>
            <p:spPr>
              <a:xfrm>
                <a:off x="884172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9" name="矩形 288">
                <a:extLst>
                  <a:ext uri="{FF2B5EF4-FFF2-40B4-BE49-F238E27FC236}">
                    <a16:creationId xmlns:a16="http://schemas.microsoft.com/office/drawing/2014/main" id="{E4E6762B-E928-45DD-908F-BE79201586E2}"/>
                  </a:ext>
                </a:extLst>
              </p:cNvPr>
              <p:cNvSpPr/>
              <p:nvPr/>
            </p:nvSpPr>
            <p:spPr>
              <a:xfrm>
                <a:off x="9459886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0" name="矩形 289">
                <a:extLst>
                  <a:ext uri="{FF2B5EF4-FFF2-40B4-BE49-F238E27FC236}">
                    <a16:creationId xmlns:a16="http://schemas.microsoft.com/office/drawing/2014/main" id="{44B98B65-47FE-41D8-A559-244FF99BA783}"/>
                  </a:ext>
                </a:extLst>
              </p:cNvPr>
              <p:cNvSpPr/>
              <p:nvPr/>
            </p:nvSpPr>
            <p:spPr>
              <a:xfrm>
                <a:off x="2660073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1" name="矩形 290">
                <a:extLst>
                  <a:ext uri="{FF2B5EF4-FFF2-40B4-BE49-F238E27FC236}">
                    <a16:creationId xmlns:a16="http://schemas.microsoft.com/office/drawing/2014/main" id="{FDB5436D-5847-4704-A0CE-92FFFE2E71F8}"/>
                  </a:ext>
                </a:extLst>
              </p:cNvPr>
              <p:cNvSpPr/>
              <p:nvPr/>
            </p:nvSpPr>
            <p:spPr>
              <a:xfrm>
                <a:off x="266007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2" name="矩形 291">
                <a:extLst>
                  <a:ext uri="{FF2B5EF4-FFF2-40B4-BE49-F238E27FC236}">
                    <a16:creationId xmlns:a16="http://schemas.microsoft.com/office/drawing/2014/main" id="{EED06128-A497-4916-A3DC-FFA55E962BD9}"/>
                  </a:ext>
                </a:extLst>
              </p:cNvPr>
              <p:cNvSpPr/>
              <p:nvPr/>
            </p:nvSpPr>
            <p:spPr>
              <a:xfrm>
                <a:off x="266007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3" name="文字方塊 292">
                <a:extLst>
                  <a:ext uri="{FF2B5EF4-FFF2-40B4-BE49-F238E27FC236}">
                    <a16:creationId xmlns:a16="http://schemas.microsoft.com/office/drawing/2014/main" id="{DA2F1548-9FA6-4FD6-9917-1A0557761F93}"/>
                  </a:ext>
                </a:extLst>
              </p:cNvPr>
              <p:cNvSpPr txBox="1"/>
              <p:nvPr/>
            </p:nvSpPr>
            <p:spPr>
              <a:xfrm>
                <a:off x="2589220" y="2051750"/>
                <a:ext cx="490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Jan</a:t>
                </a:r>
                <a:endParaRPr lang="zh-TW" altLang="en-US" dirty="0"/>
              </a:p>
            </p:txBody>
          </p:sp>
          <p:sp>
            <p:nvSpPr>
              <p:cNvPr id="294" name="文字方塊 293">
                <a:extLst>
                  <a:ext uri="{FF2B5EF4-FFF2-40B4-BE49-F238E27FC236}">
                    <a16:creationId xmlns:a16="http://schemas.microsoft.com/office/drawing/2014/main" id="{9B4C983F-ADB2-45DC-B533-8C7D64998018}"/>
                  </a:ext>
                </a:extLst>
              </p:cNvPr>
              <p:cNvSpPr txBox="1"/>
              <p:nvPr/>
            </p:nvSpPr>
            <p:spPr>
              <a:xfrm>
                <a:off x="3190650" y="2051750"/>
                <a:ext cx="5243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Feb</a:t>
                </a:r>
                <a:endParaRPr lang="zh-TW" altLang="en-US" dirty="0"/>
              </a:p>
            </p:txBody>
          </p:sp>
          <p:sp>
            <p:nvSpPr>
              <p:cNvPr id="295" name="文字方塊 294">
                <a:extLst>
                  <a:ext uri="{FF2B5EF4-FFF2-40B4-BE49-F238E27FC236}">
                    <a16:creationId xmlns:a16="http://schemas.microsoft.com/office/drawing/2014/main" id="{CF02CF9B-BF17-44A5-BF25-5BF3350DE895}"/>
                  </a:ext>
                </a:extLst>
              </p:cNvPr>
              <p:cNvSpPr txBox="1"/>
              <p:nvPr/>
            </p:nvSpPr>
            <p:spPr>
              <a:xfrm>
                <a:off x="3784673" y="2051750"/>
                <a:ext cx="5725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Mar</a:t>
                </a:r>
                <a:endParaRPr lang="zh-TW" altLang="en-US" dirty="0"/>
              </a:p>
            </p:txBody>
          </p:sp>
          <p:sp>
            <p:nvSpPr>
              <p:cNvPr id="296" name="文字方塊 295">
                <a:extLst>
                  <a:ext uri="{FF2B5EF4-FFF2-40B4-BE49-F238E27FC236}">
                    <a16:creationId xmlns:a16="http://schemas.microsoft.com/office/drawing/2014/main" id="{31619194-F488-458E-A481-28B08D94CB62}"/>
                  </a:ext>
                </a:extLst>
              </p:cNvPr>
              <p:cNvSpPr txBox="1"/>
              <p:nvPr/>
            </p:nvSpPr>
            <p:spPr>
              <a:xfrm>
                <a:off x="4429288" y="2051750"/>
                <a:ext cx="519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Apr</a:t>
                </a:r>
                <a:endParaRPr lang="zh-TW" altLang="en-US" dirty="0"/>
              </a:p>
            </p:txBody>
          </p:sp>
          <p:sp>
            <p:nvSpPr>
              <p:cNvPr id="297" name="文字方塊 296">
                <a:extLst>
                  <a:ext uri="{FF2B5EF4-FFF2-40B4-BE49-F238E27FC236}">
                    <a16:creationId xmlns:a16="http://schemas.microsoft.com/office/drawing/2014/main" id="{8061C12E-D3E1-45B9-9192-DDA6902AC41D}"/>
                  </a:ext>
                </a:extLst>
              </p:cNvPr>
              <p:cNvSpPr txBox="1"/>
              <p:nvPr/>
            </p:nvSpPr>
            <p:spPr>
              <a:xfrm>
                <a:off x="5011129" y="2051750"/>
                <a:ext cx="592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May</a:t>
                </a:r>
                <a:endParaRPr lang="zh-TW" altLang="en-US" dirty="0"/>
              </a:p>
            </p:txBody>
          </p:sp>
          <p:sp>
            <p:nvSpPr>
              <p:cNvPr id="298" name="文字方塊 297">
                <a:extLst>
                  <a:ext uri="{FF2B5EF4-FFF2-40B4-BE49-F238E27FC236}">
                    <a16:creationId xmlns:a16="http://schemas.microsoft.com/office/drawing/2014/main" id="{A3104387-3307-49F9-BC62-C4BABB2F81E9}"/>
                  </a:ext>
                </a:extLst>
              </p:cNvPr>
              <p:cNvSpPr txBox="1"/>
              <p:nvPr/>
            </p:nvSpPr>
            <p:spPr>
              <a:xfrm>
                <a:off x="5674435" y="2051750"/>
                <a:ext cx="5020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Jun</a:t>
                </a:r>
                <a:endParaRPr lang="zh-TW" altLang="en-US" dirty="0"/>
              </a:p>
            </p:txBody>
          </p:sp>
          <p:sp>
            <p:nvSpPr>
              <p:cNvPr id="299" name="文字方塊 298">
                <a:extLst>
                  <a:ext uri="{FF2B5EF4-FFF2-40B4-BE49-F238E27FC236}">
                    <a16:creationId xmlns:a16="http://schemas.microsoft.com/office/drawing/2014/main" id="{E6DB1C0B-6D1A-444D-BEE3-372CC2666624}"/>
                  </a:ext>
                </a:extLst>
              </p:cNvPr>
              <p:cNvSpPr txBox="1"/>
              <p:nvPr/>
            </p:nvSpPr>
            <p:spPr>
              <a:xfrm>
                <a:off x="6327065" y="205175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Jul</a:t>
                </a:r>
                <a:endParaRPr lang="zh-TW" altLang="en-US" dirty="0"/>
              </a:p>
            </p:txBody>
          </p:sp>
          <p:sp>
            <p:nvSpPr>
              <p:cNvPr id="300" name="文字方塊 299">
                <a:extLst>
                  <a:ext uri="{FF2B5EF4-FFF2-40B4-BE49-F238E27FC236}">
                    <a16:creationId xmlns:a16="http://schemas.microsoft.com/office/drawing/2014/main" id="{41723D32-C6C2-45FC-921F-59E2D5B6B67C}"/>
                  </a:ext>
                </a:extLst>
              </p:cNvPr>
              <p:cNvSpPr txBox="1"/>
              <p:nvPr/>
            </p:nvSpPr>
            <p:spPr>
              <a:xfrm>
                <a:off x="9364186" y="2051750"/>
                <a:ext cx="5405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Dec</a:t>
                </a:r>
                <a:endParaRPr lang="zh-TW" altLang="en-US" dirty="0"/>
              </a:p>
            </p:txBody>
          </p:sp>
          <p:sp>
            <p:nvSpPr>
              <p:cNvPr id="301" name="文字方塊 300">
                <a:extLst>
                  <a:ext uri="{FF2B5EF4-FFF2-40B4-BE49-F238E27FC236}">
                    <a16:creationId xmlns:a16="http://schemas.microsoft.com/office/drawing/2014/main" id="{A773CAE9-4360-4BF6-9FA6-A5B129F301F2}"/>
                  </a:ext>
                </a:extLst>
              </p:cNvPr>
              <p:cNvSpPr txBox="1"/>
              <p:nvPr/>
            </p:nvSpPr>
            <p:spPr>
              <a:xfrm>
                <a:off x="8736918" y="2051750"/>
                <a:ext cx="558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Nov</a:t>
                </a:r>
                <a:endParaRPr lang="zh-TW" altLang="en-US" dirty="0"/>
              </a:p>
            </p:txBody>
          </p:sp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4289C1A7-84E4-4692-A001-44487EAB6F0A}"/>
                  </a:ext>
                </a:extLst>
              </p:cNvPr>
              <p:cNvSpPr txBox="1"/>
              <p:nvPr/>
            </p:nvSpPr>
            <p:spPr>
              <a:xfrm>
                <a:off x="8142286" y="2051750"/>
                <a:ext cx="5116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Oct</a:t>
                </a:r>
                <a:endParaRPr lang="zh-TW" altLang="en-US" dirty="0"/>
              </a:p>
            </p:txBody>
          </p:sp>
          <p:sp>
            <p:nvSpPr>
              <p:cNvPr id="303" name="文字方塊 302">
                <a:extLst>
                  <a:ext uri="{FF2B5EF4-FFF2-40B4-BE49-F238E27FC236}">
                    <a16:creationId xmlns:a16="http://schemas.microsoft.com/office/drawing/2014/main" id="{A27E3C0C-46A7-4084-923A-E8696DD90B6B}"/>
                  </a:ext>
                </a:extLst>
              </p:cNvPr>
              <p:cNvSpPr txBox="1"/>
              <p:nvPr/>
            </p:nvSpPr>
            <p:spPr>
              <a:xfrm>
                <a:off x="7516106" y="2051750"/>
                <a:ext cx="527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Sep</a:t>
                </a:r>
                <a:endParaRPr lang="zh-TW" altLang="en-US" dirty="0"/>
              </a:p>
            </p:txBody>
          </p:sp>
          <p:sp>
            <p:nvSpPr>
              <p:cNvPr id="304" name="文字方塊 303">
                <a:extLst>
                  <a:ext uri="{FF2B5EF4-FFF2-40B4-BE49-F238E27FC236}">
                    <a16:creationId xmlns:a16="http://schemas.microsoft.com/office/drawing/2014/main" id="{28F222D2-BEE9-4471-8AA7-3ACF2FC96E72}"/>
                  </a:ext>
                </a:extLst>
              </p:cNvPr>
              <p:cNvSpPr txBox="1"/>
              <p:nvPr/>
            </p:nvSpPr>
            <p:spPr>
              <a:xfrm>
                <a:off x="6887521" y="2051750"/>
                <a:ext cx="548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Aug</a:t>
                </a:r>
                <a:endParaRPr lang="zh-TW" altLang="en-US" dirty="0"/>
              </a:p>
            </p:txBody>
          </p:sp>
          <p:sp>
            <p:nvSpPr>
              <p:cNvPr id="305" name="矩形 304">
                <a:extLst>
                  <a:ext uri="{FF2B5EF4-FFF2-40B4-BE49-F238E27FC236}">
                    <a16:creationId xmlns:a16="http://schemas.microsoft.com/office/drawing/2014/main" id="{F6AAD324-C5F8-499E-9842-A9DD50BC7326}"/>
                  </a:ext>
                </a:extLst>
              </p:cNvPr>
              <p:cNvSpPr/>
              <p:nvPr/>
            </p:nvSpPr>
            <p:spPr>
              <a:xfrm>
                <a:off x="327823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6" name="矩形 305">
                <a:extLst>
                  <a:ext uri="{FF2B5EF4-FFF2-40B4-BE49-F238E27FC236}">
                    <a16:creationId xmlns:a16="http://schemas.microsoft.com/office/drawing/2014/main" id="{55318428-07BE-4FBE-A2A7-0EC3617F342B}"/>
                  </a:ext>
                </a:extLst>
              </p:cNvPr>
              <p:cNvSpPr/>
              <p:nvPr/>
            </p:nvSpPr>
            <p:spPr>
              <a:xfrm>
                <a:off x="389640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7" name="矩形 306">
                <a:extLst>
                  <a:ext uri="{FF2B5EF4-FFF2-40B4-BE49-F238E27FC236}">
                    <a16:creationId xmlns:a16="http://schemas.microsoft.com/office/drawing/2014/main" id="{DE64473D-E91B-4BAF-9336-CAECF93B4028}"/>
                  </a:ext>
                </a:extLst>
              </p:cNvPr>
              <p:cNvSpPr/>
              <p:nvPr/>
            </p:nvSpPr>
            <p:spPr>
              <a:xfrm>
                <a:off x="451456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CA0DB8D8-A710-48E2-8A0E-F6797282B3A7}"/>
                  </a:ext>
                </a:extLst>
              </p:cNvPr>
              <p:cNvSpPr/>
              <p:nvPr/>
            </p:nvSpPr>
            <p:spPr>
              <a:xfrm>
                <a:off x="513273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EBCBEB7C-BED7-45A4-B1C8-358009120BF0}"/>
                  </a:ext>
                </a:extLst>
              </p:cNvPr>
              <p:cNvSpPr/>
              <p:nvPr/>
            </p:nvSpPr>
            <p:spPr>
              <a:xfrm>
                <a:off x="575089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45828265-FE77-4ED6-90A6-3961B93B9BA0}"/>
                  </a:ext>
                </a:extLst>
              </p:cNvPr>
              <p:cNvSpPr/>
              <p:nvPr/>
            </p:nvSpPr>
            <p:spPr>
              <a:xfrm>
                <a:off x="636906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1" name="矩形 310">
                <a:extLst>
                  <a:ext uri="{FF2B5EF4-FFF2-40B4-BE49-F238E27FC236}">
                    <a16:creationId xmlns:a16="http://schemas.microsoft.com/office/drawing/2014/main" id="{27F8E48E-E2B0-443E-AA2B-910F8689F7D1}"/>
                  </a:ext>
                </a:extLst>
              </p:cNvPr>
              <p:cNvSpPr/>
              <p:nvPr/>
            </p:nvSpPr>
            <p:spPr>
              <a:xfrm>
                <a:off x="698722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2" name="矩形 311">
                <a:extLst>
                  <a:ext uri="{FF2B5EF4-FFF2-40B4-BE49-F238E27FC236}">
                    <a16:creationId xmlns:a16="http://schemas.microsoft.com/office/drawing/2014/main" id="{009DD133-536D-4EC8-B24E-92D544DD50E5}"/>
                  </a:ext>
                </a:extLst>
              </p:cNvPr>
              <p:cNvSpPr/>
              <p:nvPr/>
            </p:nvSpPr>
            <p:spPr>
              <a:xfrm>
                <a:off x="760539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3" name="矩形 312">
                <a:extLst>
                  <a:ext uri="{FF2B5EF4-FFF2-40B4-BE49-F238E27FC236}">
                    <a16:creationId xmlns:a16="http://schemas.microsoft.com/office/drawing/2014/main" id="{AF3C5C84-72C4-4F18-8D15-29D1607B739B}"/>
                  </a:ext>
                </a:extLst>
              </p:cNvPr>
              <p:cNvSpPr/>
              <p:nvPr/>
            </p:nvSpPr>
            <p:spPr>
              <a:xfrm>
                <a:off x="822355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4" name="矩形 313">
                <a:extLst>
                  <a:ext uri="{FF2B5EF4-FFF2-40B4-BE49-F238E27FC236}">
                    <a16:creationId xmlns:a16="http://schemas.microsoft.com/office/drawing/2014/main" id="{080E8E6E-EB74-444C-8D47-FC181FC09D72}"/>
                  </a:ext>
                </a:extLst>
              </p:cNvPr>
              <p:cNvSpPr/>
              <p:nvPr/>
            </p:nvSpPr>
            <p:spPr>
              <a:xfrm>
                <a:off x="8841723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5" name="矩形 314">
                <a:extLst>
                  <a:ext uri="{FF2B5EF4-FFF2-40B4-BE49-F238E27FC236}">
                    <a16:creationId xmlns:a16="http://schemas.microsoft.com/office/drawing/2014/main" id="{04B407FA-1F4F-4A5B-9BE5-0B5652976D70}"/>
                  </a:ext>
                </a:extLst>
              </p:cNvPr>
              <p:cNvSpPr/>
              <p:nvPr/>
            </p:nvSpPr>
            <p:spPr>
              <a:xfrm>
                <a:off x="9459886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6" name="矩形 315">
                <a:extLst>
                  <a:ext uri="{FF2B5EF4-FFF2-40B4-BE49-F238E27FC236}">
                    <a16:creationId xmlns:a16="http://schemas.microsoft.com/office/drawing/2014/main" id="{1DFF9162-8911-48EF-867C-BA711F3273F4}"/>
                  </a:ext>
                </a:extLst>
              </p:cNvPr>
              <p:cNvSpPr/>
              <p:nvPr/>
            </p:nvSpPr>
            <p:spPr>
              <a:xfrm>
                <a:off x="327823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7" name="矩形 316">
                <a:extLst>
                  <a:ext uri="{FF2B5EF4-FFF2-40B4-BE49-F238E27FC236}">
                    <a16:creationId xmlns:a16="http://schemas.microsoft.com/office/drawing/2014/main" id="{C30F6198-9790-4C89-B7F3-2EB67BDC2E7E}"/>
                  </a:ext>
                </a:extLst>
              </p:cNvPr>
              <p:cNvSpPr/>
              <p:nvPr/>
            </p:nvSpPr>
            <p:spPr>
              <a:xfrm>
                <a:off x="389640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8" name="矩形 317">
                <a:extLst>
                  <a:ext uri="{FF2B5EF4-FFF2-40B4-BE49-F238E27FC236}">
                    <a16:creationId xmlns:a16="http://schemas.microsoft.com/office/drawing/2014/main" id="{5453E24C-5D93-4186-BF1D-3FDA4C12D662}"/>
                  </a:ext>
                </a:extLst>
              </p:cNvPr>
              <p:cNvSpPr/>
              <p:nvPr/>
            </p:nvSpPr>
            <p:spPr>
              <a:xfrm>
                <a:off x="451456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9" name="矩形 318">
                <a:extLst>
                  <a:ext uri="{FF2B5EF4-FFF2-40B4-BE49-F238E27FC236}">
                    <a16:creationId xmlns:a16="http://schemas.microsoft.com/office/drawing/2014/main" id="{B5BC6F86-9EA7-4A12-863F-79A4B5437788}"/>
                  </a:ext>
                </a:extLst>
              </p:cNvPr>
              <p:cNvSpPr/>
              <p:nvPr/>
            </p:nvSpPr>
            <p:spPr>
              <a:xfrm>
                <a:off x="513273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0" name="矩形 319">
                <a:extLst>
                  <a:ext uri="{FF2B5EF4-FFF2-40B4-BE49-F238E27FC236}">
                    <a16:creationId xmlns:a16="http://schemas.microsoft.com/office/drawing/2014/main" id="{57FCFD63-3817-4A8C-A8BE-D6C01BAC15D8}"/>
                  </a:ext>
                </a:extLst>
              </p:cNvPr>
              <p:cNvSpPr/>
              <p:nvPr/>
            </p:nvSpPr>
            <p:spPr>
              <a:xfrm>
                <a:off x="575089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1" name="矩形 320">
                <a:extLst>
                  <a:ext uri="{FF2B5EF4-FFF2-40B4-BE49-F238E27FC236}">
                    <a16:creationId xmlns:a16="http://schemas.microsoft.com/office/drawing/2014/main" id="{960EDA54-D73C-42E2-9B3F-C2614B5A7E38}"/>
                  </a:ext>
                </a:extLst>
              </p:cNvPr>
              <p:cNvSpPr/>
              <p:nvPr/>
            </p:nvSpPr>
            <p:spPr>
              <a:xfrm>
                <a:off x="636906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2" name="矩形 321">
                <a:extLst>
                  <a:ext uri="{FF2B5EF4-FFF2-40B4-BE49-F238E27FC236}">
                    <a16:creationId xmlns:a16="http://schemas.microsoft.com/office/drawing/2014/main" id="{9845652C-0972-4887-8E90-50520C0838E8}"/>
                  </a:ext>
                </a:extLst>
              </p:cNvPr>
              <p:cNvSpPr/>
              <p:nvPr/>
            </p:nvSpPr>
            <p:spPr>
              <a:xfrm>
                <a:off x="698722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3" name="矩形 322">
                <a:extLst>
                  <a:ext uri="{FF2B5EF4-FFF2-40B4-BE49-F238E27FC236}">
                    <a16:creationId xmlns:a16="http://schemas.microsoft.com/office/drawing/2014/main" id="{D0049BE4-D17D-4C23-9157-F7EA57EC7753}"/>
                  </a:ext>
                </a:extLst>
              </p:cNvPr>
              <p:cNvSpPr/>
              <p:nvPr/>
            </p:nvSpPr>
            <p:spPr>
              <a:xfrm>
                <a:off x="760539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4" name="矩形 323">
                <a:extLst>
                  <a:ext uri="{FF2B5EF4-FFF2-40B4-BE49-F238E27FC236}">
                    <a16:creationId xmlns:a16="http://schemas.microsoft.com/office/drawing/2014/main" id="{DA99F2FB-3967-4893-841D-FF71E2B19F7F}"/>
                  </a:ext>
                </a:extLst>
              </p:cNvPr>
              <p:cNvSpPr/>
              <p:nvPr/>
            </p:nvSpPr>
            <p:spPr>
              <a:xfrm>
                <a:off x="822355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5" name="矩形 324">
                <a:extLst>
                  <a:ext uri="{FF2B5EF4-FFF2-40B4-BE49-F238E27FC236}">
                    <a16:creationId xmlns:a16="http://schemas.microsoft.com/office/drawing/2014/main" id="{57449EEA-8774-44B6-98EF-379600624642}"/>
                  </a:ext>
                </a:extLst>
              </p:cNvPr>
              <p:cNvSpPr/>
              <p:nvPr/>
            </p:nvSpPr>
            <p:spPr>
              <a:xfrm>
                <a:off x="884172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0DA57013-B01F-4342-9C0E-1694CD38C241}"/>
                  </a:ext>
                </a:extLst>
              </p:cNvPr>
              <p:cNvSpPr/>
              <p:nvPr/>
            </p:nvSpPr>
            <p:spPr>
              <a:xfrm>
                <a:off x="9459886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7" name="矩形 326">
                <a:extLst>
                  <a:ext uri="{FF2B5EF4-FFF2-40B4-BE49-F238E27FC236}">
                    <a16:creationId xmlns:a16="http://schemas.microsoft.com/office/drawing/2014/main" id="{CB5083F4-B4EA-4B67-B90B-A20F1271E3ED}"/>
                  </a:ext>
                </a:extLst>
              </p:cNvPr>
              <p:cNvSpPr/>
              <p:nvPr/>
            </p:nvSpPr>
            <p:spPr>
              <a:xfrm>
                <a:off x="327823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8" name="矩形 327">
                <a:extLst>
                  <a:ext uri="{FF2B5EF4-FFF2-40B4-BE49-F238E27FC236}">
                    <a16:creationId xmlns:a16="http://schemas.microsoft.com/office/drawing/2014/main" id="{1C9735A0-F6F9-40DC-9013-33C77B366A94}"/>
                  </a:ext>
                </a:extLst>
              </p:cNvPr>
              <p:cNvSpPr/>
              <p:nvPr/>
            </p:nvSpPr>
            <p:spPr>
              <a:xfrm>
                <a:off x="389640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9" name="矩形 328">
                <a:extLst>
                  <a:ext uri="{FF2B5EF4-FFF2-40B4-BE49-F238E27FC236}">
                    <a16:creationId xmlns:a16="http://schemas.microsoft.com/office/drawing/2014/main" id="{3F4205EA-5C5B-428F-8A7B-063441E019E1}"/>
                  </a:ext>
                </a:extLst>
              </p:cNvPr>
              <p:cNvSpPr/>
              <p:nvPr/>
            </p:nvSpPr>
            <p:spPr>
              <a:xfrm>
                <a:off x="451456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0" name="矩形 329">
                <a:extLst>
                  <a:ext uri="{FF2B5EF4-FFF2-40B4-BE49-F238E27FC236}">
                    <a16:creationId xmlns:a16="http://schemas.microsoft.com/office/drawing/2014/main" id="{EF1DDCEB-DAFF-47FE-9E3B-C947A813A903}"/>
                  </a:ext>
                </a:extLst>
              </p:cNvPr>
              <p:cNvSpPr/>
              <p:nvPr/>
            </p:nvSpPr>
            <p:spPr>
              <a:xfrm>
                <a:off x="513273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1" name="矩形 330">
                <a:extLst>
                  <a:ext uri="{FF2B5EF4-FFF2-40B4-BE49-F238E27FC236}">
                    <a16:creationId xmlns:a16="http://schemas.microsoft.com/office/drawing/2014/main" id="{27CFC948-D222-480A-AA6E-E9C9F3434AE8}"/>
                  </a:ext>
                </a:extLst>
              </p:cNvPr>
              <p:cNvSpPr/>
              <p:nvPr/>
            </p:nvSpPr>
            <p:spPr>
              <a:xfrm>
                <a:off x="575089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2" name="矩形 331">
                <a:extLst>
                  <a:ext uri="{FF2B5EF4-FFF2-40B4-BE49-F238E27FC236}">
                    <a16:creationId xmlns:a16="http://schemas.microsoft.com/office/drawing/2014/main" id="{33444DD9-C970-49B1-A752-DCB47CA07FB3}"/>
                  </a:ext>
                </a:extLst>
              </p:cNvPr>
              <p:cNvSpPr/>
              <p:nvPr/>
            </p:nvSpPr>
            <p:spPr>
              <a:xfrm>
                <a:off x="636906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3" name="矩形 332">
                <a:extLst>
                  <a:ext uri="{FF2B5EF4-FFF2-40B4-BE49-F238E27FC236}">
                    <a16:creationId xmlns:a16="http://schemas.microsoft.com/office/drawing/2014/main" id="{39DC3ECB-6F8B-41BA-8AE2-5EE20634941E}"/>
                  </a:ext>
                </a:extLst>
              </p:cNvPr>
              <p:cNvSpPr/>
              <p:nvPr/>
            </p:nvSpPr>
            <p:spPr>
              <a:xfrm>
                <a:off x="698722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4" name="矩形 333">
                <a:extLst>
                  <a:ext uri="{FF2B5EF4-FFF2-40B4-BE49-F238E27FC236}">
                    <a16:creationId xmlns:a16="http://schemas.microsoft.com/office/drawing/2014/main" id="{6A78C580-89A0-45B4-AD7B-7B239B42709B}"/>
                  </a:ext>
                </a:extLst>
              </p:cNvPr>
              <p:cNvSpPr/>
              <p:nvPr/>
            </p:nvSpPr>
            <p:spPr>
              <a:xfrm>
                <a:off x="760539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5" name="矩形 334">
                <a:extLst>
                  <a:ext uri="{FF2B5EF4-FFF2-40B4-BE49-F238E27FC236}">
                    <a16:creationId xmlns:a16="http://schemas.microsoft.com/office/drawing/2014/main" id="{9731D786-9EF7-44A5-8764-E6ABE0DA62A1}"/>
                  </a:ext>
                </a:extLst>
              </p:cNvPr>
              <p:cNvSpPr/>
              <p:nvPr/>
            </p:nvSpPr>
            <p:spPr>
              <a:xfrm>
                <a:off x="822355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6" name="矩形 335">
                <a:extLst>
                  <a:ext uri="{FF2B5EF4-FFF2-40B4-BE49-F238E27FC236}">
                    <a16:creationId xmlns:a16="http://schemas.microsoft.com/office/drawing/2014/main" id="{19656847-5045-4BD5-9591-CE3F00101EF9}"/>
                  </a:ext>
                </a:extLst>
              </p:cNvPr>
              <p:cNvSpPr/>
              <p:nvPr/>
            </p:nvSpPr>
            <p:spPr>
              <a:xfrm>
                <a:off x="884172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7" name="矩形 336">
                <a:extLst>
                  <a:ext uri="{FF2B5EF4-FFF2-40B4-BE49-F238E27FC236}">
                    <a16:creationId xmlns:a16="http://schemas.microsoft.com/office/drawing/2014/main" id="{1CF20CC9-7A4C-4137-815B-9A25945C1740}"/>
                  </a:ext>
                </a:extLst>
              </p:cNvPr>
              <p:cNvSpPr/>
              <p:nvPr/>
            </p:nvSpPr>
            <p:spPr>
              <a:xfrm>
                <a:off x="9459886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8" name="文字方塊 337">
                <a:extLst>
                  <a:ext uri="{FF2B5EF4-FFF2-40B4-BE49-F238E27FC236}">
                    <a16:creationId xmlns:a16="http://schemas.microsoft.com/office/drawing/2014/main" id="{788BBC46-C0D3-4B00-920A-A634B0B78B25}"/>
                  </a:ext>
                </a:extLst>
              </p:cNvPr>
              <p:cNvSpPr txBox="1"/>
              <p:nvPr/>
            </p:nvSpPr>
            <p:spPr>
              <a:xfrm>
                <a:off x="1738299" y="2622383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2026</a:t>
                </a:r>
                <a:endParaRPr lang="zh-TW" altLang="en-US" dirty="0"/>
              </a:p>
            </p:txBody>
          </p:sp>
          <p:sp>
            <p:nvSpPr>
              <p:cNvPr id="339" name="文字方塊 338">
                <a:extLst>
                  <a:ext uri="{FF2B5EF4-FFF2-40B4-BE49-F238E27FC236}">
                    <a16:creationId xmlns:a16="http://schemas.microsoft.com/office/drawing/2014/main" id="{B1FC27C8-23AB-4B6D-9D3C-8CD751B20F19}"/>
                  </a:ext>
                </a:extLst>
              </p:cNvPr>
              <p:cNvSpPr txBox="1"/>
              <p:nvPr/>
            </p:nvSpPr>
            <p:spPr>
              <a:xfrm>
                <a:off x="1738298" y="3203115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2025</a:t>
                </a:r>
                <a:endParaRPr lang="zh-TW" altLang="en-US" dirty="0"/>
              </a:p>
            </p:txBody>
          </p:sp>
          <p:sp>
            <p:nvSpPr>
              <p:cNvPr id="340" name="文字方塊 339">
                <a:extLst>
                  <a:ext uri="{FF2B5EF4-FFF2-40B4-BE49-F238E27FC236}">
                    <a16:creationId xmlns:a16="http://schemas.microsoft.com/office/drawing/2014/main" id="{62CC549E-BB8A-4A27-AF89-7C6669374C95}"/>
                  </a:ext>
                </a:extLst>
              </p:cNvPr>
              <p:cNvSpPr txBox="1"/>
              <p:nvPr/>
            </p:nvSpPr>
            <p:spPr>
              <a:xfrm>
                <a:off x="1738298" y="3773748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2024</a:t>
                </a:r>
                <a:endParaRPr lang="zh-TW" altLang="en-US" dirty="0"/>
              </a:p>
            </p:txBody>
          </p:sp>
          <p:sp>
            <p:nvSpPr>
              <p:cNvPr id="341" name="文字方塊 340">
                <a:extLst>
                  <a:ext uri="{FF2B5EF4-FFF2-40B4-BE49-F238E27FC236}">
                    <a16:creationId xmlns:a16="http://schemas.microsoft.com/office/drawing/2014/main" id="{A7AC503A-0914-4EC9-A33F-72C684838F8E}"/>
                  </a:ext>
                </a:extLst>
              </p:cNvPr>
              <p:cNvSpPr txBox="1"/>
              <p:nvPr/>
            </p:nvSpPr>
            <p:spPr>
              <a:xfrm>
                <a:off x="1738298" y="4344380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2023</a:t>
                </a:r>
                <a:endParaRPr lang="zh-TW" altLang="en-US" dirty="0"/>
              </a:p>
            </p:txBody>
          </p:sp>
          <p:sp>
            <p:nvSpPr>
              <p:cNvPr id="342" name="文字方塊 341">
                <a:extLst>
                  <a:ext uri="{FF2B5EF4-FFF2-40B4-BE49-F238E27FC236}">
                    <a16:creationId xmlns:a16="http://schemas.microsoft.com/office/drawing/2014/main" id="{A046B9BA-FEF0-4270-BC2E-58DDFA0B30A6}"/>
                  </a:ext>
                </a:extLst>
              </p:cNvPr>
              <p:cNvSpPr txBox="1"/>
              <p:nvPr/>
            </p:nvSpPr>
            <p:spPr>
              <a:xfrm>
                <a:off x="10253577" y="262238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343" name="文字方塊 342">
                <a:extLst>
                  <a:ext uri="{FF2B5EF4-FFF2-40B4-BE49-F238E27FC236}">
                    <a16:creationId xmlns:a16="http://schemas.microsoft.com/office/drawing/2014/main" id="{3E5FC243-235A-4520-B9D8-A4254476F345}"/>
                  </a:ext>
                </a:extLst>
              </p:cNvPr>
              <p:cNvSpPr txBox="1"/>
              <p:nvPr/>
            </p:nvSpPr>
            <p:spPr>
              <a:xfrm>
                <a:off x="10195068" y="3203115"/>
                <a:ext cx="418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15</a:t>
                </a:r>
                <a:endParaRPr lang="zh-TW" altLang="en-US" dirty="0"/>
              </a:p>
            </p:txBody>
          </p:sp>
          <p:sp>
            <p:nvSpPr>
              <p:cNvPr id="344" name="文字方塊 343">
                <a:extLst>
                  <a:ext uri="{FF2B5EF4-FFF2-40B4-BE49-F238E27FC236}">
                    <a16:creationId xmlns:a16="http://schemas.microsoft.com/office/drawing/2014/main" id="{FFE87643-DC89-4A45-B75E-76F80125B0A1}"/>
                  </a:ext>
                </a:extLst>
              </p:cNvPr>
              <p:cNvSpPr txBox="1"/>
              <p:nvPr/>
            </p:nvSpPr>
            <p:spPr>
              <a:xfrm>
                <a:off x="10253576" y="377374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345" name="文字方塊 344">
                <a:extLst>
                  <a:ext uri="{FF2B5EF4-FFF2-40B4-BE49-F238E27FC236}">
                    <a16:creationId xmlns:a16="http://schemas.microsoft.com/office/drawing/2014/main" id="{DA9F58FF-39C4-494A-97FC-88ECF03FCE46}"/>
                  </a:ext>
                </a:extLst>
              </p:cNvPr>
              <p:cNvSpPr txBox="1"/>
              <p:nvPr/>
            </p:nvSpPr>
            <p:spPr>
              <a:xfrm>
                <a:off x="10253576" y="43443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</p:grp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DC03FAB1-76D6-4A31-8187-45C964B8347B}"/>
                </a:ext>
              </a:extLst>
            </p:cNvPr>
            <p:cNvSpPr/>
            <p:nvPr/>
          </p:nvSpPr>
          <p:spPr>
            <a:xfrm>
              <a:off x="1066183" y="971775"/>
              <a:ext cx="1504498" cy="48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accent2">
                      <a:lumMod val="75000"/>
                    </a:schemeClr>
                  </a:solidFill>
                </a:rPr>
                <a:t>Distribution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C0C5CF19-F2DD-4918-AFEA-C19A6D784256}"/>
                </a:ext>
              </a:extLst>
            </p:cNvPr>
            <p:cNvSpPr/>
            <p:nvPr/>
          </p:nvSpPr>
          <p:spPr>
            <a:xfrm>
              <a:off x="2570681" y="971775"/>
              <a:ext cx="1504498" cy="4806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0" i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system-ui"/>
                </a:rPr>
                <a:t>Collab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489232A0-53FE-401D-B711-78D76891FD21}"/>
                </a:ext>
              </a:extLst>
            </p:cNvPr>
            <p:cNvSpPr/>
            <p:nvPr/>
          </p:nvSpPr>
          <p:spPr>
            <a:xfrm>
              <a:off x="4075179" y="971775"/>
              <a:ext cx="1504498" cy="4806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0" i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system-ui"/>
                </a:rPr>
                <a:t>Genre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77" name="文字方塊 276">
              <a:extLst>
                <a:ext uri="{FF2B5EF4-FFF2-40B4-BE49-F238E27FC236}">
                  <a16:creationId xmlns:a16="http://schemas.microsoft.com/office/drawing/2014/main" id="{C482CFBB-B440-41D3-B25B-410F254C8256}"/>
                </a:ext>
              </a:extLst>
            </p:cNvPr>
            <p:cNvSpPr txBox="1"/>
            <p:nvPr/>
          </p:nvSpPr>
          <p:spPr>
            <a:xfrm>
              <a:off x="9765160" y="1079087"/>
              <a:ext cx="1409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>
                  <a:solidFill>
                    <a:schemeClr val="accent2">
                      <a:lumMod val="75000"/>
                    </a:schemeClr>
                  </a:solidFill>
                </a:rPr>
                <a:t>See All Video</a:t>
              </a:r>
              <a:endParaRPr lang="zh-TW" altLang="en-US" u="sng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348" name="箭號: 向左 347">
            <a:extLst>
              <a:ext uri="{FF2B5EF4-FFF2-40B4-BE49-F238E27FC236}">
                <a16:creationId xmlns:a16="http://schemas.microsoft.com/office/drawing/2014/main" id="{8ED8137E-0BD9-440C-8A3D-81CE8CBC15B5}"/>
              </a:ext>
            </a:extLst>
          </p:cNvPr>
          <p:cNvSpPr/>
          <p:nvPr/>
        </p:nvSpPr>
        <p:spPr>
          <a:xfrm rot="3970777">
            <a:off x="10760925" y="1361643"/>
            <a:ext cx="350375" cy="173551"/>
          </a:xfrm>
          <a:prstGeom prst="leftArrow">
            <a:avLst>
              <a:gd name="adj1" fmla="val 17593"/>
              <a:gd name="adj2" fmla="val 1247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9" name="語音泡泡: 矩形 348">
            <a:extLst>
              <a:ext uri="{FF2B5EF4-FFF2-40B4-BE49-F238E27FC236}">
                <a16:creationId xmlns:a16="http://schemas.microsoft.com/office/drawing/2014/main" id="{5DC2BDD9-D633-431B-9376-DFB3378CD708}"/>
              </a:ext>
            </a:extLst>
          </p:cNvPr>
          <p:cNvSpPr/>
          <p:nvPr/>
        </p:nvSpPr>
        <p:spPr>
          <a:xfrm>
            <a:off x="8464045" y="1662613"/>
            <a:ext cx="1259553" cy="587904"/>
          </a:xfrm>
          <a:prstGeom prst="wedgeRectCallout">
            <a:avLst>
              <a:gd name="adj1" fmla="val 133551"/>
              <a:gd name="adj2" fmla="val -82776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Click!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197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群組 270">
            <a:extLst>
              <a:ext uri="{FF2B5EF4-FFF2-40B4-BE49-F238E27FC236}">
                <a16:creationId xmlns:a16="http://schemas.microsoft.com/office/drawing/2014/main" id="{01D1EDC5-E31C-4BFA-A3B8-A168B13672E4}"/>
              </a:ext>
            </a:extLst>
          </p:cNvPr>
          <p:cNvGrpSpPr/>
          <p:nvPr/>
        </p:nvGrpSpPr>
        <p:grpSpPr>
          <a:xfrm>
            <a:off x="1066183" y="971775"/>
            <a:ext cx="10108337" cy="5116772"/>
            <a:chOff x="1066183" y="971775"/>
            <a:chExt cx="10108337" cy="5116772"/>
          </a:xfrm>
        </p:grpSpPr>
        <p:sp>
          <p:nvSpPr>
            <p:cNvPr id="272" name="矩形 271">
              <a:extLst>
                <a:ext uri="{FF2B5EF4-FFF2-40B4-BE49-F238E27FC236}">
                  <a16:creationId xmlns:a16="http://schemas.microsoft.com/office/drawing/2014/main" id="{63EBC4F9-13D5-41BD-9A15-56EFC74A3237}"/>
                </a:ext>
              </a:extLst>
            </p:cNvPr>
            <p:cNvSpPr/>
            <p:nvPr/>
          </p:nvSpPr>
          <p:spPr>
            <a:xfrm>
              <a:off x="1066183" y="971775"/>
              <a:ext cx="10059634" cy="511677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273" name="群組 272">
              <a:extLst>
                <a:ext uri="{FF2B5EF4-FFF2-40B4-BE49-F238E27FC236}">
                  <a16:creationId xmlns:a16="http://schemas.microsoft.com/office/drawing/2014/main" id="{FEB20D93-B90D-4172-87A7-9CBEA12F14A7}"/>
                </a:ext>
              </a:extLst>
            </p:cNvPr>
            <p:cNvGrpSpPr/>
            <p:nvPr/>
          </p:nvGrpSpPr>
          <p:grpSpPr>
            <a:xfrm>
              <a:off x="1652876" y="2630485"/>
              <a:ext cx="8875475" cy="2661962"/>
              <a:chOff x="1738298" y="2051750"/>
              <a:chExt cx="8875475" cy="2661962"/>
            </a:xfrm>
          </p:grpSpPr>
          <p:sp>
            <p:nvSpPr>
              <p:cNvPr id="278" name="矩形 277">
                <a:extLst>
                  <a:ext uri="{FF2B5EF4-FFF2-40B4-BE49-F238E27FC236}">
                    <a16:creationId xmlns:a16="http://schemas.microsoft.com/office/drawing/2014/main" id="{0C092F39-D02A-48A0-B7B9-46B258A58B2F}"/>
                  </a:ext>
                </a:extLst>
              </p:cNvPr>
              <p:cNvSpPr/>
              <p:nvPr/>
            </p:nvSpPr>
            <p:spPr>
              <a:xfrm>
                <a:off x="266007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9" name="矩形 278">
                <a:extLst>
                  <a:ext uri="{FF2B5EF4-FFF2-40B4-BE49-F238E27FC236}">
                    <a16:creationId xmlns:a16="http://schemas.microsoft.com/office/drawing/2014/main" id="{58C6F150-70D4-471E-9D86-B5D77F58CC8F}"/>
                  </a:ext>
                </a:extLst>
              </p:cNvPr>
              <p:cNvSpPr/>
              <p:nvPr/>
            </p:nvSpPr>
            <p:spPr>
              <a:xfrm>
                <a:off x="327823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0" name="矩形 279">
                <a:extLst>
                  <a:ext uri="{FF2B5EF4-FFF2-40B4-BE49-F238E27FC236}">
                    <a16:creationId xmlns:a16="http://schemas.microsoft.com/office/drawing/2014/main" id="{894EB148-04F9-4B4A-AD5C-C13CF394F25A}"/>
                  </a:ext>
                </a:extLst>
              </p:cNvPr>
              <p:cNvSpPr/>
              <p:nvPr/>
            </p:nvSpPr>
            <p:spPr>
              <a:xfrm>
                <a:off x="389640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17BA67F3-9CFA-4BA8-803B-761CAD99194A}"/>
                  </a:ext>
                </a:extLst>
              </p:cNvPr>
              <p:cNvSpPr/>
              <p:nvPr/>
            </p:nvSpPr>
            <p:spPr>
              <a:xfrm>
                <a:off x="451456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2" name="矩形 281">
                <a:extLst>
                  <a:ext uri="{FF2B5EF4-FFF2-40B4-BE49-F238E27FC236}">
                    <a16:creationId xmlns:a16="http://schemas.microsoft.com/office/drawing/2014/main" id="{ADD9D4CB-A5B7-4365-98C8-D3F3F4B48FC9}"/>
                  </a:ext>
                </a:extLst>
              </p:cNvPr>
              <p:cNvSpPr/>
              <p:nvPr/>
            </p:nvSpPr>
            <p:spPr>
              <a:xfrm>
                <a:off x="513273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3" name="矩形 282">
                <a:extLst>
                  <a:ext uri="{FF2B5EF4-FFF2-40B4-BE49-F238E27FC236}">
                    <a16:creationId xmlns:a16="http://schemas.microsoft.com/office/drawing/2014/main" id="{6B76C72B-41BE-4A3B-A975-2337621021A6}"/>
                  </a:ext>
                </a:extLst>
              </p:cNvPr>
              <p:cNvSpPr/>
              <p:nvPr/>
            </p:nvSpPr>
            <p:spPr>
              <a:xfrm>
                <a:off x="575089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C19E91DA-8591-47B9-B79F-993B5CD3042F}"/>
                  </a:ext>
                </a:extLst>
              </p:cNvPr>
              <p:cNvSpPr/>
              <p:nvPr/>
            </p:nvSpPr>
            <p:spPr>
              <a:xfrm>
                <a:off x="636906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5" name="矩形 284">
                <a:extLst>
                  <a:ext uri="{FF2B5EF4-FFF2-40B4-BE49-F238E27FC236}">
                    <a16:creationId xmlns:a16="http://schemas.microsoft.com/office/drawing/2014/main" id="{6EF6D971-9480-48E9-81E4-2C4E7EA38BCB}"/>
                  </a:ext>
                </a:extLst>
              </p:cNvPr>
              <p:cNvSpPr/>
              <p:nvPr/>
            </p:nvSpPr>
            <p:spPr>
              <a:xfrm>
                <a:off x="698722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E04B920A-E57C-46C9-95EC-B650F7103546}"/>
                  </a:ext>
                </a:extLst>
              </p:cNvPr>
              <p:cNvSpPr/>
              <p:nvPr/>
            </p:nvSpPr>
            <p:spPr>
              <a:xfrm>
                <a:off x="760539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7" name="矩形 286">
                <a:extLst>
                  <a:ext uri="{FF2B5EF4-FFF2-40B4-BE49-F238E27FC236}">
                    <a16:creationId xmlns:a16="http://schemas.microsoft.com/office/drawing/2014/main" id="{D32901C9-271B-4C4A-98F6-0D23C4DC9067}"/>
                  </a:ext>
                </a:extLst>
              </p:cNvPr>
              <p:cNvSpPr/>
              <p:nvPr/>
            </p:nvSpPr>
            <p:spPr>
              <a:xfrm>
                <a:off x="8223558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8" name="矩形 287">
                <a:extLst>
                  <a:ext uri="{FF2B5EF4-FFF2-40B4-BE49-F238E27FC236}">
                    <a16:creationId xmlns:a16="http://schemas.microsoft.com/office/drawing/2014/main" id="{5D69B0D1-5E00-498B-8969-3A2616821722}"/>
                  </a:ext>
                </a:extLst>
              </p:cNvPr>
              <p:cNvSpPr/>
              <p:nvPr/>
            </p:nvSpPr>
            <p:spPr>
              <a:xfrm>
                <a:off x="8841723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9" name="矩形 288">
                <a:extLst>
                  <a:ext uri="{FF2B5EF4-FFF2-40B4-BE49-F238E27FC236}">
                    <a16:creationId xmlns:a16="http://schemas.microsoft.com/office/drawing/2014/main" id="{E4E6762B-E928-45DD-908F-BE79201586E2}"/>
                  </a:ext>
                </a:extLst>
              </p:cNvPr>
              <p:cNvSpPr/>
              <p:nvPr/>
            </p:nvSpPr>
            <p:spPr>
              <a:xfrm>
                <a:off x="9459886" y="2642581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0" name="矩形 289">
                <a:extLst>
                  <a:ext uri="{FF2B5EF4-FFF2-40B4-BE49-F238E27FC236}">
                    <a16:creationId xmlns:a16="http://schemas.microsoft.com/office/drawing/2014/main" id="{44B98B65-47FE-41D8-A559-244FF99BA783}"/>
                  </a:ext>
                </a:extLst>
              </p:cNvPr>
              <p:cNvSpPr/>
              <p:nvPr/>
            </p:nvSpPr>
            <p:spPr>
              <a:xfrm>
                <a:off x="2660073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1" name="矩形 290">
                <a:extLst>
                  <a:ext uri="{FF2B5EF4-FFF2-40B4-BE49-F238E27FC236}">
                    <a16:creationId xmlns:a16="http://schemas.microsoft.com/office/drawing/2014/main" id="{FDB5436D-5847-4704-A0CE-92FFFE2E71F8}"/>
                  </a:ext>
                </a:extLst>
              </p:cNvPr>
              <p:cNvSpPr/>
              <p:nvPr/>
            </p:nvSpPr>
            <p:spPr>
              <a:xfrm>
                <a:off x="266007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2" name="矩形 291">
                <a:extLst>
                  <a:ext uri="{FF2B5EF4-FFF2-40B4-BE49-F238E27FC236}">
                    <a16:creationId xmlns:a16="http://schemas.microsoft.com/office/drawing/2014/main" id="{EED06128-A497-4916-A3DC-FFA55E962BD9}"/>
                  </a:ext>
                </a:extLst>
              </p:cNvPr>
              <p:cNvSpPr/>
              <p:nvPr/>
            </p:nvSpPr>
            <p:spPr>
              <a:xfrm>
                <a:off x="266007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3" name="文字方塊 292">
                <a:extLst>
                  <a:ext uri="{FF2B5EF4-FFF2-40B4-BE49-F238E27FC236}">
                    <a16:creationId xmlns:a16="http://schemas.microsoft.com/office/drawing/2014/main" id="{DA2F1548-9FA6-4FD6-9917-1A0557761F93}"/>
                  </a:ext>
                </a:extLst>
              </p:cNvPr>
              <p:cNvSpPr txBox="1"/>
              <p:nvPr/>
            </p:nvSpPr>
            <p:spPr>
              <a:xfrm>
                <a:off x="2589220" y="2051750"/>
                <a:ext cx="490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Jan</a:t>
                </a:r>
                <a:endParaRPr lang="zh-TW" altLang="en-US" dirty="0"/>
              </a:p>
            </p:txBody>
          </p:sp>
          <p:sp>
            <p:nvSpPr>
              <p:cNvPr id="294" name="文字方塊 293">
                <a:extLst>
                  <a:ext uri="{FF2B5EF4-FFF2-40B4-BE49-F238E27FC236}">
                    <a16:creationId xmlns:a16="http://schemas.microsoft.com/office/drawing/2014/main" id="{9B4C983F-ADB2-45DC-B533-8C7D64998018}"/>
                  </a:ext>
                </a:extLst>
              </p:cNvPr>
              <p:cNvSpPr txBox="1"/>
              <p:nvPr/>
            </p:nvSpPr>
            <p:spPr>
              <a:xfrm>
                <a:off x="3190650" y="2051750"/>
                <a:ext cx="5243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Feb</a:t>
                </a:r>
                <a:endParaRPr lang="zh-TW" altLang="en-US" dirty="0"/>
              </a:p>
            </p:txBody>
          </p:sp>
          <p:sp>
            <p:nvSpPr>
              <p:cNvPr id="295" name="文字方塊 294">
                <a:extLst>
                  <a:ext uri="{FF2B5EF4-FFF2-40B4-BE49-F238E27FC236}">
                    <a16:creationId xmlns:a16="http://schemas.microsoft.com/office/drawing/2014/main" id="{CF02CF9B-BF17-44A5-BF25-5BF3350DE895}"/>
                  </a:ext>
                </a:extLst>
              </p:cNvPr>
              <p:cNvSpPr txBox="1"/>
              <p:nvPr/>
            </p:nvSpPr>
            <p:spPr>
              <a:xfrm>
                <a:off x="3784673" y="2051750"/>
                <a:ext cx="5725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Mar</a:t>
                </a:r>
                <a:endParaRPr lang="zh-TW" altLang="en-US" dirty="0"/>
              </a:p>
            </p:txBody>
          </p:sp>
          <p:sp>
            <p:nvSpPr>
              <p:cNvPr id="296" name="文字方塊 295">
                <a:extLst>
                  <a:ext uri="{FF2B5EF4-FFF2-40B4-BE49-F238E27FC236}">
                    <a16:creationId xmlns:a16="http://schemas.microsoft.com/office/drawing/2014/main" id="{31619194-F488-458E-A481-28B08D94CB62}"/>
                  </a:ext>
                </a:extLst>
              </p:cNvPr>
              <p:cNvSpPr txBox="1"/>
              <p:nvPr/>
            </p:nvSpPr>
            <p:spPr>
              <a:xfrm>
                <a:off x="4429288" y="2051750"/>
                <a:ext cx="519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Apr</a:t>
                </a:r>
                <a:endParaRPr lang="zh-TW" altLang="en-US" dirty="0"/>
              </a:p>
            </p:txBody>
          </p:sp>
          <p:sp>
            <p:nvSpPr>
              <p:cNvPr id="297" name="文字方塊 296">
                <a:extLst>
                  <a:ext uri="{FF2B5EF4-FFF2-40B4-BE49-F238E27FC236}">
                    <a16:creationId xmlns:a16="http://schemas.microsoft.com/office/drawing/2014/main" id="{8061C12E-D3E1-45B9-9192-DDA6902AC41D}"/>
                  </a:ext>
                </a:extLst>
              </p:cNvPr>
              <p:cNvSpPr txBox="1"/>
              <p:nvPr/>
            </p:nvSpPr>
            <p:spPr>
              <a:xfrm>
                <a:off x="5011129" y="2051750"/>
                <a:ext cx="592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May</a:t>
                </a:r>
                <a:endParaRPr lang="zh-TW" altLang="en-US" dirty="0"/>
              </a:p>
            </p:txBody>
          </p:sp>
          <p:sp>
            <p:nvSpPr>
              <p:cNvPr id="298" name="文字方塊 297">
                <a:extLst>
                  <a:ext uri="{FF2B5EF4-FFF2-40B4-BE49-F238E27FC236}">
                    <a16:creationId xmlns:a16="http://schemas.microsoft.com/office/drawing/2014/main" id="{A3104387-3307-49F9-BC62-C4BABB2F81E9}"/>
                  </a:ext>
                </a:extLst>
              </p:cNvPr>
              <p:cNvSpPr txBox="1"/>
              <p:nvPr/>
            </p:nvSpPr>
            <p:spPr>
              <a:xfrm>
                <a:off x="5674435" y="2051750"/>
                <a:ext cx="5020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Jun</a:t>
                </a:r>
                <a:endParaRPr lang="zh-TW" altLang="en-US" dirty="0"/>
              </a:p>
            </p:txBody>
          </p:sp>
          <p:sp>
            <p:nvSpPr>
              <p:cNvPr id="299" name="文字方塊 298">
                <a:extLst>
                  <a:ext uri="{FF2B5EF4-FFF2-40B4-BE49-F238E27FC236}">
                    <a16:creationId xmlns:a16="http://schemas.microsoft.com/office/drawing/2014/main" id="{E6DB1C0B-6D1A-444D-BEE3-372CC2666624}"/>
                  </a:ext>
                </a:extLst>
              </p:cNvPr>
              <p:cNvSpPr txBox="1"/>
              <p:nvPr/>
            </p:nvSpPr>
            <p:spPr>
              <a:xfrm>
                <a:off x="6327065" y="2051750"/>
                <a:ext cx="433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Jul</a:t>
                </a:r>
                <a:endParaRPr lang="zh-TW" altLang="en-US" dirty="0"/>
              </a:p>
            </p:txBody>
          </p:sp>
          <p:sp>
            <p:nvSpPr>
              <p:cNvPr id="300" name="文字方塊 299">
                <a:extLst>
                  <a:ext uri="{FF2B5EF4-FFF2-40B4-BE49-F238E27FC236}">
                    <a16:creationId xmlns:a16="http://schemas.microsoft.com/office/drawing/2014/main" id="{41723D32-C6C2-45FC-921F-59E2D5B6B67C}"/>
                  </a:ext>
                </a:extLst>
              </p:cNvPr>
              <p:cNvSpPr txBox="1"/>
              <p:nvPr/>
            </p:nvSpPr>
            <p:spPr>
              <a:xfrm>
                <a:off x="9364186" y="2051750"/>
                <a:ext cx="5405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Dec</a:t>
                </a:r>
                <a:endParaRPr lang="zh-TW" altLang="en-US" dirty="0"/>
              </a:p>
            </p:txBody>
          </p:sp>
          <p:sp>
            <p:nvSpPr>
              <p:cNvPr id="301" name="文字方塊 300">
                <a:extLst>
                  <a:ext uri="{FF2B5EF4-FFF2-40B4-BE49-F238E27FC236}">
                    <a16:creationId xmlns:a16="http://schemas.microsoft.com/office/drawing/2014/main" id="{A773CAE9-4360-4BF6-9FA6-A5B129F301F2}"/>
                  </a:ext>
                </a:extLst>
              </p:cNvPr>
              <p:cNvSpPr txBox="1"/>
              <p:nvPr/>
            </p:nvSpPr>
            <p:spPr>
              <a:xfrm>
                <a:off x="8736918" y="2051750"/>
                <a:ext cx="558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Nov</a:t>
                </a:r>
                <a:endParaRPr lang="zh-TW" altLang="en-US" dirty="0"/>
              </a:p>
            </p:txBody>
          </p:sp>
          <p:sp>
            <p:nvSpPr>
              <p:cNvPr id="302" name="文字方塊 301">
                <a:extLst>
                  <a:ext uri="{FF2B5EF4-FFF2-40B4-BE49-F238E27FC236}">
                    <a16:creationId xmlns:a16="http://schemas.microsoft.com/office/drawing/2014/main" id="{4289C1A7-84E4-4692-A001-44487EAB6F0A}"/>
                  </a:ext>
                </a:extLst>
              </p:cNvPr>
              <p:cNvSpPr txBox="1"/>
              <p:nvPr/>
            </p:nvSpPr>
            <p:spPr>
              <a:xfrm>
                <a:off x="8142286" y="2051750"/>
                <a:ext cx="5116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Oct</a:t>
                </a:r>
                <a:endParaRPr lang="zh-TW" altLang="en-US" dirty="0"/>
              </a:p>
            </p:txBody>
          </p:sp>
          <p:sp>
            <p:nvSpPr>
              <p:cNvPr id="303" name="文字方塊 302">
                <a:extLst>
                  <a:ext uri="{FF2B5EF4-FFF2-40B4-BE49-F238E27FC236}">
                    <a16:creationId xmlns:a16="http://schemas.microsoft.com/office/drawing/2014/main" id="{A27E3C0C-46A7-4084-923A-E8696DD90B6B}"/>
                  </a:ext>
                </a:extLst>
              </p:cNvPr>
              <p:cNvSpPr txBox="1"/>
              <p:nvPr/>
            </p:nvSpPr>
            <p:spPr>
              <a:xfrm>
                <a:off x="7516106" y="2051750"/>
                <a:ext cx="5277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Sep</a:t>
                </a:r>
                <a:endParaRPr lang="zh-TW" altLang="en-US" dirty="0"/>
              </a:p>
            </p:txBody>
          </p:sp>
          <p:sp>
            <p:nvSpPr>
              <p:cNvPr id="304" name="文字方塊 303">
                <a:extLst>
                  <a:ext uri="{FF2B5EF4-FFF2-40B4-BE49-F238E27FC236}">
                    <a16:creationId xmlns:a16="http://schemas.microsoft.com/office/drawing/2014/main" id="{28F222D2-BEE9-4471-8AA7-3ACF2FC96E72}"/>
                  </a:ext>
                </a:extLst>
              </p:cNvPr>
              <p:cNvSpPr txBox="1"/>
              <p:nvPr/>
            </p:nvSpPr>
            <p:spPr>
              <a:xfrm>
                <a:off x="6887521" y="2051750"/>
                <a:ext cx="548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Aug</a:t>
                </a:r>
                <a:endParaRPr lang="zh-TW" altLang="en-US" dirty="0"/>
              </a:p>
            </p:txBody>
          </p:sp>
          <p:sp>
            <p:nvSpPr>
              <p:cNvPr id="305" name="矩形 304">
                <a:extLst>
                  <a:ext uri="{FF2B5EF4-FFF2-40B4-BE49-F238E27FC236}">
                    <a16:creationId xmlns:a16="http://schemas.microsoft.com/office/drawing/2014/main" id="{F6AAD324-C5F8-499E-9842-A9DD50BC7326}"/>
                  </a:ext>
                </a:extLst>
              </p:cNvPr>
              <p:cNvSpPr/>
              <p:nvPr/>
            </p:nvSpPr>
            <p:spPr>
              <a:xfrm>
                <a:off x="327823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6" name="矩形 305">
                <a:extLst>
                  <a:ext uri="{FF2B5EF4-FFF2-40B4-BE49-F238E27FC236}">
                    <a16:creationId xmlns:a16="http://schemas.microsoft.com/office/drawing/2014/main" id="{55318428-07BE-4FBE-A2A7-0EC3617F342B}"/>
                  </a:ext>
                </a:extLst>
              </p:cNvPr>
              <p:cNvSpPr/>
              <p:nvPr/>
            </p:nvSpPr>
            <p:spPr>
              <a:xfrm>
                <a:off x="389640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7" name="矩形 306">
                <a:extLst>
                  <a:ext uri="{FF2B5EF4-FFF2-40B4-BE49-F238E27FC236}">
                    <a16:creationId xmlns:a16="http://schemas.microsoft.com/office/drawing/2014/main" id="{DE64473D-E91B-4BAF-9336-CAECF93B4028}"/>
                  </a:ext>
                </a:extLst>
              </p:cNvPr>
              <p:cNvSpPr/>
              <p:nvPr/>
            </p:nvSpPr>
            <p:spPr>
              <a:xfrm>
                <a:off x="451456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8" name="矩形 307">
                <a:extLst>
                  <a:ext uri="{FF2B5EF4-FFF2-40B4-BE49-F238E27FC236}">
                    <a16:creationId xmlns:a16="http://schemas.microsoft.com/office/drawing/2014/main" id="{CA0DB8D8-A710-48E2-8A0E-F6797282B3A7}"/>
                  </a:ext>
                </a:extLst>
              </p:cNvPr>
              <p:cNvSpPr/>
              <p:nvPr/>
            </p:nvSpPr>
            <p:spPr>
              <a:xfrm>
                <a:off x="513273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9" name="矩形 308">
                <a:extLst>
                  <a:ext uri="{FF2B5EF4-FFF2-40B4-BE49-F238E27FC236}">
                    <a16:creationId xmlns:a16="http://schemas.microsoft.com/office/drawing/2014/main" id="{EBCBEB7C-BED7-45A4-B1C8-358009120BF0}"/>
                  </a:ext>
                </a:extLst>
              </p:cNvPr>
              <p:cNvSpPr/>
              <p:nvPr/>
            </p:nvSpPr>
            <p:spPr>
              <a:xfrm>
                <a:off x="575089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45828265-FE77-4ED6-90A6-3961B93B9BA0}"/>
                  </a:ext>
                </a:extLst>
              </p:cNvPr>
              <p:cNvSpPr/>
              <p:nvPr/>
            </p:nvSpPr>
            <p:spPr>
              <a:xfrm>
                <a:off x="636906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1" name="矩形 310">
                <a:extLst>
                  <a:ext uri="{FF2B5EF4-FFF2-40B4-BE49-F238E27FC236}">
                    <a16:creationId xmlns:a16="http://schemas.microsoft.com/office/drawing/2014/main" id="{27F8E48E-E2B0-443E-AA2B-910F8689F7D1}"/>
                  </a:ext>
                </a:extLst>
              </p:cNvPr>
              <p:cNvSpPr/>
              <p:nvPr/>
            </p:nvSpPr>
            <p:spPr>
              <a:xfrm>
                <a:off x="698722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2" name="矩形 311">
                <a:extLst>
                  <a:ext uri="{FF2B5EF4-FFF2-40B4-BE49-F238E27FC236}">
                    <a16:creationId xmlns:a16="http://schemas.microsoft.com/office/drawing/2014/main" id="{009DD133-536D-4EC8-B24E-92D544DD50E5}"/>
                  </a:ext>
                </a:extLst>
              </p:cNvPr>
              <p:cNvSpPr/>
              <p:nvPr/>
            </p:nvSpPr>
            <p:spPr>
              <a:xfrm>
                <a:off x="7605393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3" name="矩形 312">
                <a:extLst>
                  <a:ext uri="{FF2B5EF4-FFF2-40B4-BE49-F238E27FC236}">
                    <a16:creationId xmlns:a16="http://schemas.microsoft.com/office/drawing/2014/main" id="{AF3C5C84-72C4-4F18-8D15-29D1607B739B}"/>
                  </a:ext>
                </a:extLst>
              </p:cNvPr>
              <p:cNvSpPr/>
              <p:nvPr/>
            </p:nvSpPr>
            <p:spPr>
              <a:xfrm>
                <a:off x="8223558" y="3213214"/>
                <a:ext cx="349134" cy="34913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4" name="矩形 313">
                <a:extLst>
                  <a:ext uri="{FF2B5EF4-FFF2-40B4-BE49-F238E27FC236}">
                    <a16:creationId xmlns:a16="http://schemas.microsoft.com/office/drawing/2014/main" id="{080E8E6E-EB74-444C-8D47-FC181FC09D72}"/>
                  </a:ext>
                </a:extLst>
              </p:cNvPr>
              <p:cNvSpPr/>
              <p:nvPr/>
            </p:nvSpPr>
            <p:spPr>
              <a:xfrm>
                <a:off x="8841723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5" name="矩形 314">
                <a:extLst>
                  <a:ext uri="{FF2B5EF4-FFF2-40B4-BE49-F238E27FC236}">
                    <a16:creationId xmlns:a16="http://schemas.microsoft.com/office/drawing/2014/main" id="{04B407FA-1F4F-4A5B-9BE5-0B5652976D70}"/>
                  </a:ext>
                </a:extLst>
              </p:cNvPr>
              <p:cNvSpPr/>
              <p:nvPr/>
            </p:nvSpPr>
            <p:spPr>
              <a:xfrm>
                <a:off x="9459886" y="3213214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6" name="矩形 315">
                <a:extLst>
                  <a:ext uri="{FF2B5EF4-FFF2-40B4-BE49-F238E27FC236}">
                    <a16:creationId xmlns:a16="http://schemas.microsoft.com/office/drawing/2014/main" id="{1DFF9162-8911-48EF-867C-BA711F3273F4}"/>
                  </a:ext>
                </a:extLst>
              </p:cNvPr>
              <p:cNvSpPr/>
              <p:nvPr/>
            </p:nvSpPr>
            <p:spPr>
              <a:xfrm>
                <a:off x="327823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7" name="矩形 316">
                <a:extLst>
                  <a:ext uri="{FF2B5EF4-FFF2-40B4-BE49-F238E27FC236}">
                    <a16:creationId xmlns:a16="http://schemas.microsoft.com/office/drawing/2014/main" id="{C30F6198-9790-4C89-B7F3-2EB67BDC2E7E}"/>
                  </a:ext>
                </a:extLst>
              </p:cNvPr>
              <p:cNvSpPr/>
              <p:nvPr/>
            </p:nvSpPr>
            <p:spPr>
              <a:xfrm>
                <a:off x="389640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8" name="矩形 317">
                <a:extLst>
                  <a:ext uri="{FF2B5EF4-FFF2-40B4-BE49-F238E27FC236}">
                    <a16:creationId xmlns:a16="http://schemas.microsoft.com/office/drawing/2014/main" id="{5453E24C-5D93-4186-BF1D-3FDA4C12D662}"/>
                  </a:ext>
                </a:extLst>
              </p:cNvPr>
              <p:cNvSpPr/>
              <p:nvPr/>
            </p:nvSpPr>
            <p:spPr>
              <a:xfrm>
                <a:off x="451456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19" name="矩形 318">
                <a:extLst>
                  <a:ext uri="{FF2B5EF4-FFF2-40B4-BE49-F238E27FC236}">
                    <a16:creationId xmlns:a16="http://schemas.microsoft.com/office/drawing/2014/main" id="{B5BC6F86-9EA7-4A12-863F-79A4B5437788}"/>
                  </a:ext>
                </a:extLst>
              </p:cNvPr>
              <p:cNvSpPr/>
              <p:nvPr/>
            </p:nvSpPr>
            <p:spPr>
              <a:xfrm>
                <a:off x="513273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0" name="矩形 319">
                <a:extLst>
                  <a:ext uri="{FF2B5EF4-FFF2-40B4-BE49-F238E27FC236}">
                    <a16:creationId xmlns:a16="http://schemas.microsoft.com/office/drawing/2014/main" id="{57FCFD63-3817-4A8C-A8BE-D6C01BAC15D8}"/>
                  </a:ext>
                </a:extLst>
              </p:cNvPr>
              <p:cNvSpPr/>
              <p:nvPr/>
            </p:nvSpPr>
            <p:spPr>
              <a:xfrm>
                <a:off x="575089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1" name="矩形 320">
                <a:extLst>
                  <a:ext uri="{FF2B5EF4-FFF2-40B4-BE49-F238E27FC236}">
                    <a16:creationId xmlns:a16="http://schemas.microsoft.com/office/drawing/2014/main" id="{960EDA54-D73C-42E2-9B3F-C2614B5A7E38}"/>
                  </a:ext>
                </a:extLst>
              </p:cNvPr>
              <p:cNvSpPr/>
              <p:nvPr/>
            </p:nvSpPr>
            <p:spPr>
              <a:xfrm>
                <a:off x="636906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2" name="矩形 321">
                <a:extLst>
                  <a:ext uri="{FF2B5EF4-FFF2-40B4-BE49-F238E27FC236}">
                    <a16:creationId xmlns:a16="http://schemas.microsoft.com/office/drawing/2014/main" id="{9845652C-0972-4887-8E90-50520C0838E8}"/>
                  </a:ext>
                </a:extLst>
              </p:cNvPr>
              <p:cNvSpPr/>
              <p:nvPr/>
            </p:nvSpPr>
            <p:spPr>
              <a:xfrm>
                <a:off x="698722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3" name="矩形 322">
                <a:extLst>
                  <a:ext uri="{FF2B5EF4-FFF2-40B4-BE49-F238E27FC236}">
                    <a16:creationId xmlns:a16="http://schemas.microsoft.com/office/drawing/2014/main" id="{D0049BE4-D17D-4C23-9157-F7EA57EC7753}"/>
                  </a:ext>
                </a:extLst>
              </p:cNvPr>
              <p:cNvSpPr/>
              <p:nvPr/>
            </p:nvSpPr>
            <p:spPr>
              <a:xfrm>
                <a:off x="760539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4" name="矩形 323">
                <a:extLst>
                  <a:ext uri="{FF2B5EF4-FFF2-40B4-BE49-F238E27FC236}">
                    <a16:creationId xmlns:a16="http://schemas.microsoft.com/office/drawing/2014/main" id="{DA99F2FB-3967-4893-841D-FF71E2B19F7F}"/>
                  </a:ext>
                </a:extLst>
              </p:cNvPr>
              <p:cNvSpPr/>
              <p:nvPr/>
            </p:nvSpPr>
            <p:spPr>
              <a:xfrm>
                <a:off x="8223558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5" name="矩形 324">
                <a:extLst>
                  <a:ext uri="{FF2B5EF4-FFF2-40B4-BE49-F238E27FC236}">
                    <a16:creationId xmlns:a16="http://schemas.microsoft.com/office/drawing/2014/main" id="{57449EEA-8774-44B6-98EF-379600624642}"/>
                  </a:ext>
                </a:extLst>
              </p:cNvPr>
              <p:cNvSpPr/>
              <p:nvPr/>
            </p:nvSpPr>
            <p:spPr>
              <a:xfrm>
                <a:off x="8841723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6" name="矩形 325">
                <a:extLst>
                  <a:ext uri="{FF2B5EF4-FFF2-40B4-BE49-F238E27FC236}">
                    <a16:creationId xmlns:a16="http://schemas.microsoft.com/office/drawing/2014/main" id="{0DA57013-B01F-4342-9C0E-1694CD38C241}"/>
                  </a:ext>
                </a:extLst>
              </p:cNvPr>
              <p:cNvSpPr/>
              <p:nvPr/>
            </p:nvSpPr>
            <p:spPr>
              <a:xfrm>
                <a:off x="9459886" y="3783847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7" name="矩形 326">
                <a:extLst>
                  <a:ext uri="{FF2B5EF4-FFF2-40B4-BE49-F238E27FC236}">
                    <a16:creationId xmlns:a16="http://schemas.microsoft.com/office/drawing/2014/main" id="{CB5083F4-B4EA-4B67-B90B-A20F1271E3ED}"/>
                  </a:ext>
                </a:extLst>
              </p:cNvPr>
              <p:cNvSpPr/>
              <p:nvPr/>
            </p:nvSpPr>
            <p:spPr>
              <a:xfrm>
                <a:off x="327823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8" name="矩形 327">
                <a:extLst>
                  <a:ext uri="{FF2B5EF4-FFF2-40B4-BE49-F238E27FC236}">
                    <a16:creationId xmlns:a16="http://schemas.microsoft.com/office/drawing/2014/main" id="{1C9735A0-F6F9-40DC-9013-33C77B366A94}"/>
                  </a:ext>
                </a:extLst>
              </p:cNvPr>
              <p:cNvSpPr/>
              <p:nvPr/>
            </p:nvSpPr>
            <p:spPr>
              <a:xfrm>
                <a:off x="389640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29" name="矩形 328">
                <a:extLst>
                  <a:ext uri="{FF2B5EF4-FFF2-40B4-BE49-F238E27FC236}">
                    <a16:creationId xmlns:a16="http://schemas.microsoft.com/office/drawing/2014/main" id="{3F4205EA-5C5B-428F-8A7B-063441E019E1}"/>
                  </a:ext>
                </a:extLst>
              </p:cNvPr>
              <p:cNvSpPr/>
              <p:nvPr/>
            </p:nvSpPr>
            <p:spPr>
              <a:xfrm>
                <a:off x="451456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0" name="矩形 329">
                <a:extLst>
                  <a:ext uri="{FF2B5EF4-FFF2-40B4-BE49-F238E27FC236}">
                    <a16:creationId xmlns:a16="http://schemas.microsoft.com/office/drawing/2014/main" id="{EF1DDCEB-DAFF-47FE-9E3B-C947A813A903}"/>
                  </a:ext>
                </a:extLst>
              </p:cNvPr>
              <p:cNvSpPr/>
              <p:nvPr/>
            </p:nvSpPr>
            <p:spPr>
              <a:xfrm>
                <a:off x="513273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1" name="矩形 330">
                <a:extLst>
                  <a:ext uri="{FF2B5EF4-FFF2-40B4-BE49-F238E27FC236}">
                    <a16:creationId xmlns:a16="http://schemas.microsoft.com/office/drawing/2014/main" id="{27CFC948-D222-480A-AA6E-E9C9F3434AE8}"/>
                  </a:ext>
                </a:extLst>
              </p:cNvPr>
              <p:cNvSpPr/>
              <p:nvPr/>
            </p:nvSpPr>
            <p:spPr>
              <a:xfrm>
                <a:off x="575089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2" name="矩形 331">
                <a:extLst>
                  <a:ext uri="{FF2B5EF4-FFF2-40B4-BE49-F238E27FC236}">
                    <a16:creationId xmlns:a16="http://schemas.microsoft.com/office/drawing/2014/main" id="{33444DD9-C970-49B1-A752-DCB47CA07FB3}"/>
                  </a:ext>
                </a:extLst>
              </p:cNvPr>
              <p:cNvSpPr/>
              <p:nvPr/>
            </p:nvSpPr>
            <p:spPr>
              <a:xfrm>
                <a:off x="636906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3" name="矩形 332">
                <a:extLst>
                  <a:ext uri="{FF2B5EF4-FFF2-40B4-BE49-F238E27FC236}">
                    <a16:creationId xmlns:a16="http://schemas.microsoft.com/office/drawing/2014/main" id="{39DC3ECB-6F8B-41BA-8AE2-5EE20634941E}"/>
                  </a:ext>
                </a:extLst>
              </p:cNvPr>
              <p:cNvSpPr/>
              <p:nvPr/>
            </p:nvSpPr>
            <p:spPr>
              <a:xfrm>
                <a:off x="698722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4" name="矩形 333">
                <a:extLst>
                  <a:ext uri="{FF2B5EF4-FFF2-40B4-BE49-F238E27FC236}">
                    <a16:creationId xmlns:a16="http://schemas.microsoft.com/office/drawing/2014/main" id="{6A78C580-89A0-45B4-AD7B-7B239B42709B}"/>
                  </a:ext>
                </a:extLst>
              </p:cNvPr>
              <p:cNvSpPr/>
              <p:nvPr/>
            </p:nvSpPr>
            <p:spPr>
              <a:xfrm>
                <a:off x="760539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5" name="矩形 334">
                <a:extLst>
                  <a:ext uri="{FF2B5EF4-FFF2-40B4-BE49-F238E27FC236}">
                    <a16:creationId xmlns:a16="http://schemas.microsoft.com/office/drawing/2014/main" id="{9731D786-9EF7-44A5-8764-E6ABE0DA62A1}"/>
                  </a:ext>
                </a:extLst>
              </p:cNvPr>
              <p:cNvSpPr/>
              <p:nvPr/>
            </p:nvSpPr>
            <p:spPr>
              <a:xfrm>
                <a:off x="8223558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6" name="矩形 335">
                <a:extLst>
                  <a:ext uri="{FF2B5EF4-FFF2-40B4-BE49-F238E27FC236}">
                    <a16:creationId xmlns:a16="http://schemas.microsoft.com/office/drawing/2014/main" id="{19656847-5045-4BD5-9591-CE3F00101EF9}"/>
                  </a:ext>
                </a:extLst>
              </p:cNvPr>
              <p:cNvSpPr/>
              <p:nvPr/>
            </p:nvSpPr>
            <p:spPr>
              <a:xfrm>
                <a:off x="8841723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7" name="矩形 336">
                <a:extLst>
                  <a:ext uri="{FF2B5EF4-FFF2-40B4-BE49-F238E27FC236}">
                    <a16:creationId xmlns:a16="http://schemas.microsoft.com/office/drawing/2014/main" id="{1CF20CC9-7A4C-4137-815B-9A25945C1740}"/>
                  </a:ext>
                </a:extLst>
              </p:cNvPr>
              <p:cNvSpPr/>
              <p:nvPr/>
            </p:nvSpPr>
            <p:spPr>
              <a:xfrm>
                <a:off x="9459886" y="4354479"/>
                <a:ext cx="349134" cy="3491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8" name="文字方塊 337">
                <a:extLst>
                  <a:ext uri="{FF2B5EF4-FFF2-40B4-BE49-F238E27FC236}">
                    <a16:creationId xmlns:a16="http://schemas.microsoft.com/office/drawing/2014/main" id="{788BBC46-C0D3-4B00-920A-A634B0B78B25}"/>
                  </a:ext>
                </a:extLst>
              </p:cNvPr>
              <p:cNvSpPr txBox="1"/>
              <p:nvPr/>
            </p:nvSpPr>
            <p:spPr>
              <a:xfrm>
                <a:off x="1738299" y="2622383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2026</a:t>
                </a:r>
                <a:endParaRPr lang="zh-TW" altLang="en-US" dirty="0"/>
              </a:p>
            </p:txBody>
          </p:sp>
          <p:sp>
            <p:nvSpPr>
              <p:cNvPr id="339" name="文字方塊 338">
                <a:extLst>
                  <a:ext uri="{FF2B5EF4-FFF2-40B4-BE49-F238E27FC236}">
                    <a16:creationId xmlns:a16="http://schemas.microsoft.com/office/drawing/2014/main" id="{B1FC27C8-23AB-4B6D-9D3C-8CD751B20F19}"/>
                  </a:ext>
                </a:extLst>
              </p:cNvPr>
              <p:cNvSpPr txBox="1"/>
              <p:nvPr/>
            </p:nvSpPr>
            <p:spPr>
              <a:xfrm>
                <a:off x="1738298" y="3203115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2025</a:t>
                </a:r>
                <a:endParaRPr lang="zh-TW" altLang="en-US" dirty="0"/>
              </a:p>
            </p:txBody>
          </p:sp>
          <p:sp>
            <p:nvSpPr>
              <p:cNvPr id="340" name="文字方塊 339">
                <a:extLst>
                  <a:ext uri="{FF2B5EF4-FFF2-40B4-BE49-F238E27FC236}">
                    <a16:creationId xmlns:a16="http://schemas.microsoft.com/office/drawing/2014/main" id="{62CC549E-BB8A-4A27-AF89-7C6669374C95}"/>
                  </a:ext>
                </a:extLst>
              </p:cNvPr>
              <p:cNvSpPr txBox="1"/>
              <p:nvPr/>
            </p:nvSpPr>
            <p:spPr>
              <a:xfrm>
                <a:off x="1738298" y="3773748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2024</a:t>
                </a:r>
                <a:endParaRPr lang="zh-TW" altLang="en-US" dirty="0"/>
              </a:p>
            </p:txBody>
          </p:sp>
          <p:sp>
            <p:nvSpPr>
              <p:cNvPr id="341" name="文字方塊 340">
                <a:extLst>
                  <a:ext uri="{FF2B5EF4-FFF2-40B4-BE49-F238E27FC236}">
                    <a16:creationId xmlns:a16="http://schemas.microsoft.com/office/drawing/2014/main" id="{A7AC503A-0914-4EC9-A33F-72C684838F8E}"/>
                  </a:ext>
                </a:extLst>
              </p:cNvPr>
              <p:cNvSpPr txBox="1"/>
              <p:nvPr/>
            </p:nvSpPr>
            <p:spPr>
              <a:xfrm>
                <a:off x="1738298" y="4344380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2023</a:t>
                </a:r>
                <a:endParaRPr lang="zh-TW" altLang="en-US" dirty="0"/>
              </a:p>
            </p:txBody>
          </p:sp>
          <p:sp>
            <p:nvSpPr>
              <p:cNvPr id="342" name="文字方塊 341">
                <a:extLst>
                  <a:ext uri="{FF2B5EF4-FFF2-40B4-BE49-F238E27FC236}">
                    <a16:creationId xmlns:a16="http://schemas.microsoft.com/office/drawing/2014/main" id="{A046B9BA-FEF0-4270-BC2E-58DDFA0B30A6}"/>
                  </a:ext>
                </a:extLst>
              </p:cNvPr>
              <p:cNvSpPr txBox="1"/>
              <p:nvPr/>
            </p:nvSpPr>
            <p:spPr>
              <a:xfrm>
                <a:off x="10253577" y="262238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343" name="文字方塊 342">
                <a:extLst>
                  <a:ext uri="{FF2B5EF4-FFF2-40B4-BE49-F238E27FC236}">
                    <a16:creationId xmlns:a16="http://schemas.microsoft.com/office/drawing/2014/main" id="{3E5FC243-235A-4520-B9D8-A4254476F345}"/>
                  </a:ext>
                </a:extLst>
              </p:cNvPr>
              <p:cNvSpPr txBox="1"/>
              <p:nvPr/>
            </p:nvSpPr>
            <p:spPr>
              <a:xfrm>
                <a:off x="10195068" y="3203115"/>
                <a:ext cx="418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15</a:t>
                </a:r>
                <a:endParaRPr lang="zh-TW" altLang="en-US" dirty="0"/>
              </a:p>
            </p:txBody>
          </p:sp>
          <p:sp>
            <p:nvSpPr>
              <p:cNvPr id="344" name="文字方塊 343">
                <a:extLst>
                  <a:ext uri="{FF2B5EF4-FFF2-40B4-BE49-F238E27FC236}">
                    <a16:creationId xmlns:a16="http://schemas.microsoft.com/office/drawing/2014/main" id="{FFE87643-DC89-4A45-B75E-76F80125B0A1}"/>
                  </a:ext>
                </a:extLst>
              </p:cNvPr>
              <p:cNvSpPr txBox="1"/>
              <p:nvPr/>
            </p:nvSpPr>
            <p:spPr>
              <a:xfrm>
                <a:off x="10253576" y="377374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  <p:sp>
            <p:nvSpPr>
              <p:cNvPr id="345" name="文字方塊 344">
                <a:extLst>
                  <a:ext uri="{FF2B5EF4-FFF2-40B4-BE49-F238E27FC236}">
                    <a16:creationId xmlns:a16="http://schemas.microsoft.com/office/drawing/2014/main" id="{DA9F58FF-39C4-494A-97FC-88ECF03FCE46}"/>
                  </a:ext>
                </a:extLst>
              </p:cNvPr>
              <p:cNvSpPr txBox="1"/>
              <p:nvPr/>
            </p:nvSpPr>
            <p:spPr>
              <a:xfrm>
                <a:off x="10253576" y="434438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dirty="0"/>
                  <a:t>0</a:t>
                </a:r>
                <a:endParaRPr lang="zh-TW" altLang="en-US" dirty="0"/>
              </a:p>
            </p:txBody>
          </p:sp>
        </p:grpSp>
        <p:sp>
          <p:nvSpPr>
            <p:cNvPr id="274" name="矩形 273">
              <a:extLst>
                <a:ext uri="{FF2B5EF4-FFF2-40B4-BE49-F238E27FC236}">
                  <a16:creationId xmlns:a16="http://schemas.microsoft.com/office/drawing/2014/main" id="{DC03FAB1-76D6-4A31-8187-45C964B8347B}"/>
                </a:ext>
              </a:extLst>
            </p:cNvPr>
            <p:cNvSpPr/>
            <p:nvPr/>
          </p:nvSpPr>
          <p:spPr>
            <a:xfrm>
              <a:off x="1066183" y="971775"/>
              <a:ext cx="1504498" cy="48064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accent2">
                      <a:lumMod val="75000"/>
                    </a:schemeClr>
                  </a:solidFill>
                </a:rPr>
                <a:t>Distribution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C0C5CF19-F2DD-4918-AFEA-C19A6D784256}"/>
                </a:ext>
              </a:extLst>
            </p:cNvPr>
            <p:cNvSpPr/>
            <p:nvPr/>
          </p:nvSpPr>
          <p:spPr>
            <a:xfrm>
              <a:off x="2570681" y="971775"/>
              <a:ext cx="1504498" cy="4806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0" i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system-ui"/>
                </a:rPr>
                <a:t>Collab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76" name="矩形 275">
              <a:extLst>
                <a:ext uri="{FF2B5EF4-FFF2-40B4-BE49-F238E27FC236}">
                  <a16:creationId xmlns:a16="http://schemas.microsoft.com/office/drawing/2014/main" id="{489232A0-53FE-401D-B711-78D76891FD21}"/>
                </a:ext>
              </a:extLst>
            </p:cNvPr>
            <p:cNvSpPr/>
            <p:nvPr/>
          </p:nvSpPr>
          <p:spPr>
            <a:xfrm>
              <a:off x="4075179" y="971775"/>
              <a:ext cx="1504498" cy="48064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0" i="0" dirty="0">
                  <a:solidFill>
                    <a:schemeClr val="accent2">
                      <a:lumMod val="75000"/>
                    </a:schemeClr>
                  </a:solidFill>
                  <a:effectLst/>
                  <a:latin typeface="system-ui"/>
                </a:rPr>
                <a:t>Genre</a:t>
              </a:r>
              <a:endParaRPr lang="zh-TW" altLang="en-US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77" name="文字方塊 276">
              <a:extLst>
                <a:ext uri="{FF2B5EF4-FFF2-40B4-BE49-F238E27FC236}">
                  <a16:creationId xmlns:a16="http://schemas.microsoft.com/office/drawing/2014/main" id="{C482CFBB-B440-41D3-B25B-410F254C8256}"/>
                </a:ext>
              </a:extLst>
            </p:cNvPr>
            <p:cNvSpPr txBox="1"/>
            <p:nvPr/>
          </p:nvSpPr>
          <p:spPr>
            <a:xfrm>
              <a:off x="9765160" y="1079087"/>
              <a:ext cx="1409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u="sng" dirty="0">
                  <a:solidFill>
                    <a:schemeClr val="accent2">
                      <a:lumMod val="75000"/>
                    </a:schemeClr>
                  </a:solidFill>
                </a:rPr>
                <a:t>See All Video</a:t>
              </a:r>
              <a:endParaRPr lang="zh-TW" altLang="en-US" u="sng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348" name="箭號: 向左 347">
            <a:extLst>
              <a:ext uri="{FF2B5EF4-FFF2-40B4-BE49-F238E27FC236}">
                <a16:creationId xmlns:a16="http://schemas.microsoft.com/office/drawing/2014/main" id="{8ED8137E-0BD9-440C-8A3D-81CE8CBC15B5}"/>
              </a:ext>
            </a:extLst>
          </p:cNvPr>
          <p:cNvSpPr/>
          <p:nvPr/>
        </p:nvSpPr>
        <p:spPr>
          <a:xfrm rot="3970777">
            <a:off x="10760925" y="1361643"/>
            <a:ext cx="350375" cy="173551"/>
          </a:xfrm>
          <a:prstGeom prst="leftArrow">
            <a:avLst>
              <a:gd name="adj1" fmla="val 17593"/>
              <a:gd name="adj2" fmla="val 124734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9" name="圖片 78">
            <a:extLst>
              <a:ext uri="{FF2B5EF4-FFF2-40B4-BE49-F238E27FC236}">
                <a16:creationId xmlns:a16="http://schemas.microsoft.com/office/drawing/2014/main" id="{47CFF068-B24B-4E0D-BD20-195C2E299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460" y="538328"/>
            <a:ext cx="7755323" cy="60642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72939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193</Words>
  <Application>Microsoft Office PowerPoint</Application>
  <PresentationFormat>寬螢幕</PresentationFormat>
  <Paragraphs>167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system-ui</vt:lpstr>
      <vt:lpstr>Arial</vt:lpstr>
      <vt:lpstr>Calibri</vt:lpstr>
      <vt:lpstr>Calibri Light</vt:lpstr>
      <vt:lpstr>Office 佈景主題</vt:lpstr>
      <vt:lpstr>PowerPoint 簡報</vt:lpstr>
      <vt:lpstr>Distribution</vt:lpstr>
      <vt:lpstr>PowerPoint 簡報</vt:lpstr>
      <vt:lpstr>PowerPoint 簡報</vt:lpstr>
      <vt:lpstr>PowerPoint 簡報</vt:lpstr>
      <vt:lpstr>Genre</vt:lpstr>
      <vt:lpstr>PowerPoint 簡報</vt:lpstr>
      <vt:lpstr>Collab</vt:lpstr>
      <vt:lpstr>PowerPoint 簡報</vt:lpstr>
      <vt:lpstr>See All Video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MING CHI HSIAO</dc:creator>
  <cp:lastModifiedBy>MING CHI HSIAO</cp:lastModifiedBy>
  <cp:revision>11</cp:revision>
  <dcterms:created xsi:type="dcterms:W3CDTF">2026-08-07T15:11:03Z</dcterms:created>
  <dcterms:modified xsi:type="dcterms:W3CDTF">2026-08-08T11:03:59Z</dcterms:modified>
</cp:coreProperties>
</file>